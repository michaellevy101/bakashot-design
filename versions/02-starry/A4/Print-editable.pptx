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עדכון שבועי: ערכו את תיבות הטקסט של השנה, הפרשה, השעה, המקום, הכתובת ושם הרב. אפשר להחליף את השורה ״עם פייטני הקהילה״ בשם הפייטן, או להשאיר אותה ללא שם. כל תיבות הטקסט ניתנות לעריכה. האיור ברקע הוא תמונה נפרדת. קוד הוואטסאפ נלקח מהכרזה המקורית. הגופנים Frank Ruhl Libre ו-Heebo מצורפים בתיקיית fonts.</a:t>
            </a:r>
          </a:p>
          <a:p/>
          <a:p>
            <a:r>
              <a:t>Photograph: Oud - MIM PHX</a:t>
            </a:r>
          </a:p>
          <a:p>
            <a:r>
              <a:t>Photographer: Frank Kovalchek</a:t>
            </a:r>
          </a:p>
          <a:p>
            <a:r>
              <a:t>Source: https://commons.wikimedia.org/wiki/File:Oud_-_MIM_PHX.jpg</a:t>
            </a:r>
          </a:p>
          <a:p>
            <a:r>
              <a:t>Original source: https://www.flickr.com/photos/72213316@N00/14351824475/</a:t>
            </a:r>
          </a:p>
          <a:p>
            <a:r>
              <a:t>License: Creative Commons Attribution 2.0</a:t>
            </a:r>
          </a:p>
          <a:p>
            <a:r>
              <a:t>License URL: https://creativecommons.org/licenses/by/2.0/</a:t>
            </a:r>
          </a:p>
          <a:p/>
          <a:p>
            <a:r>
              <a:t>Changes: background removed, cropped, resized, and optionally converted to</a:t>
            </a:r>
          </a:p>
          <a:p>
            <a:r>
              <a:t>grayscale. The photograph is used as a separately attributed visual element.</a:t>
            </a:r>
          </a:p>
          <a:p>
            <a:r>
              <a:t>The photograph's license does not imply endorsement by the photographer.</a:t>
            </a:r>
          </a:p>
          <a:p/>
          <a:p>
            <a:r>
              <a:t>Attribution is included in the editable presentation's notes and HTML editor,</a:t>
            </a:r>
          </a:p>
          <a:p>
            <a:r>
              <a:t>outside the poster artwork. When sharing a standalone image or PDF, include</a:t>
            </a:r>
          </a:p>
          <a:p>
            <a:r>
              <a:t>the following credit in its accompanying message or caption:</a:t>
            </a:r>
          </a:p>
          <a:p/>
          <a:p>
            <a:r>
              <a:t>"Oud - MIM PHX" photograph by Frank Kovalchek, CC BY 2.0.</a:t>
            </a:r>
          </a:p>
          <a:p>
            <a:r>
              <a:t>https://commons.wikimedia.org/wiki/File:Oud_-_MIM_PHX.jpg</a:t>
            </a:r>
          </a:p>
          <a:p>
            <a:r>
              <a:t>https://creativecommons.org/licenses/by/2.0/</a:t>
            </a:r>
          </a:p>
          <a:p>
            <a:r>
              <a:t>Modified: background removed, resized, and grayscale for print.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Freeform 1"/>
          <p:cNvSpPr/>
          <p:nvPr/>
        </p:nvSpPr>
        <p:spPr>
          <a:xfrm>
            <a:off x="2351687" y="875932"/>
            <a:ext cx="1428150" cy="257067"/>
          </a:xfrm>
          <a:custGeom>
            <a:avLst/>
            <a:gdLst/>
            <a:ahLst/>
            <a:cxnLst/>
            <a:rect l="l" t="t" r="r" b="b"/>
            <a:pathLst>
              <a:path w="150" h="27">
                <a:moveTo>
                  <a:pt x="150" y="13"/>
                </a:moveTo>
                <a:lnTo>
                  <a:pt x="147" y="15"/>
                </a:lnTo>
                <a:lnTo>
                  <a:pt x="145" y="16"/>
                </a:lnTo>
                <a:lnTo>
                  <a:pt x="143" y="17"/>
                </a:lnTo>
                <a:lnTo>
                  <a:pt x="140" y="19"/>
                </a:lnTo>
                <a:lnTo>
                  <a:pt x="137" y="20"/>
                </a:lnTo>
                <a:lnTo>
                  <a:pt x="135" y="21"/>
                </a:lnTo>
                <a:lnTo>
                  <a:pt x="133" y="22"/>
                </a:lnTo>
                <a:lnTo>
                  <a:pt x="130" y="23"/>
                </a:lnTo>
                <a:lnTo>
                  <a:pt x="127" y="24"/>
                </a:lnTo>
                <a:lnTo>
                  <a:pt x="125" y="25"/>
                </a:lnTo>
                <a:lnTo>
                  <a:pt x="123" y="26"/>
                </a:lnTo>
                <a:lnTo>
                  <a:pt x="120" y="26"/>
                </a:lnTo>
                <a:lnTo>
                  <a:pt x="117" y="26"/>
                </a:lnTo>
                <a:lnTo>
                  <a:pt x="115" y="27"/>
                </a:lnTo>
                <a:lnTo>
                  <a:pt x="113" y="27"/>
                </a:lnTo>
                <a:lnTo>
                  <a:pt x="110" y="27"/>
                </a:lnTo>
                <a:lnTo>
                  <a:pt x="107" y="26"/>
                </a:lnTo>
                <a:lnTo>
                  <a:pt x="105" y="26"/>
                </a:lnTo>
                <a:lnTo>
                  <a:pt x="103" y="26"/>
                </a:lnTo>
                <a:lnTo>
                  <a:pt x="100" y="25"/>
                </a:lnTo>
                <a:lnTo>
                  <a:pt x="97" y="24"/>
                </a:lnTo>
                <a:lnTo>
                  <a:pt x="95" y="23"/>
                </a:lnTo>
                <a:lnTo>
                  <a:pt x="93" y="22"/>
                </a:lnTo>
                <a:lnTo>
                  <a:pt x="90" y="21"/>
                </a:lnTo>
                <a:lnTo>
                  <a:pt x="87" y="20"/>
                </a:lnTo>
                <a:lnTo>
                  <a:pt x="85" y="19"/>
                </a:lnTo>
                <a:lnTo>
                  <a:pt x="83" y="17"/>
                </a:lnTo>
                <a:lnTo>
                  <a:pt x="80" y="16"/>
                </a:lnTo>
                <a:lnTo>
                  <a:pt x="77" y="15"/>
                </a:lnTo>
                <a:lnTo>
                  <a:pt x="75" y="13"/>
                </a:lnTo>
                <a:lnTo>
                  <a:pt x="73" y="12"/>
                </a:lnTo>
                <a:lnTo>
                  <a:pt x="70" y="10"/>
                </a:lnTo>
                <a:lnTo>
                  <a:pt x="67" y="9"/>
                </a:lnTo>
                <a:lnTo>
                  <a:pt x="65" y="8"/>
                </a:lnTo>
                <a:lnTo>
                  <a:pt x="63" y="6"/>
                </a:lnTo>
                <a:lnTo>
                  <a:pt x="60" y="5"/>
                </a:lnTo>
                <a:lnTo>
                  <a:pt x="57" y="4"/>
                </a:lnTo>
                <a:lnTo>
                  <a:pt x="55" y="3"/>
                </a:lnTo>
                <a:lnTo>
                  <a:pt x="53" y="2"/>
                </a:lnTo>
                <a:lnTo>
                  <a:pt x="50" y="1"/>
                </a:lnTo>
                <a:lnTo>
                  <a:pt x="47" y="1"/>
                </a:lnTo>
                <a:lnTo>
                  <a:pt x="45" y="0"/>
                </a:lnTo>
                <a:lnTo>
                  <a:pt x="43" y="0"/>
                </a:lnTo>
                <a:lnTo>
                  <a:pt x="40" y="0"/>
                </a:lnTo>
                <a:lnTo>
                  <a:pt x="37" y="0"/>
                </a:lnTo>
                <a:lnTo>
                  <a:pt x="35" y="0"/>
                </a:lnTo>
                <a:lnTo>
                  <a:pt x="33" y="0"/>
                </a:lnTo>
                <a:lnTo>
                  <a:pt x="30" y="0"/>
                </a:lnTo>
                <a:lnTo>
                  <a:pt x="27" y="1"/>
                </a:lnTo>
                <a:lnTo>
                  <a:pt x="25" y="1"/>
                </a:lnTo>
                <a:lnTo>
                  <a:pt x="23" y="2"/>
                </a:lnTo>
                <a:lnTo>
                  <a:pt x="20" y="3"/>
                </a:lnTo>
                <a:lnTo>
                  <a:pt x="17" y="4"/>
                </a:lnTo>
                <a:lnTo>
                  <a:pt x="15" y="5"/>
                </a:lnTo>
                <a:lnTo>
                  <a:pt x="13" y="6"/>
                </a:lnTo>
                <a:lnTo>
                  <a:pt x="10" y="8"/>
                </a:lnTo>
                <a:lnTo>
                  <a:pt x="7" y="9"/>
                </a:lnTo>
                <a:lnTo>
                  <a:pt x="5" y="10"/>
                </a:lnTo>
                <a:lnTo>
                  <a:pt x="3" y="12"/>
                </a:lnTo>
                <a:lnTo>
                  <a:pt x="0" y="13"/>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2665880" y="790243"/>
            <a:ext cx="247546" cy="247546"/>
          </a:xfrm>
          <a:custGeom>
            <a:avLst/>
            <a:gdLst/>
            <a:ahLst/>
            <a:cxnLst/>
            <a:rect l="l" t="t" r="r" b="b"/>
            <a:pathLst>
              <a:path w="26" h="26">
                <a:moveTo>
                  <a:pt x="0" y="11"/>
                </a:moveTo>
                <a:lnTo>
                  <a:pt x="0" y="13"/>
                </a:lnTo>
                <a:lnTo>
                  <a:pt x="1" y="16"/>
                </a:lnTo>
                <a:lnTo>
                  <a:pt x="2" y="18"/>
                </a:lnTo>
                <a:lnTo>
                  <a:pt x="3" y="20"/>
                </a:lnTo>
                <a:lnTo>
                  <a:pt x="5" y="22"/>
                </a:lnTo>
                <a:lnTo>
                  <a:pt x="7" y="24"/>
                </a:lnTo>
                <a:lnTo>
                  <a:pt x="9" y="25"/>
                </a:lnTo>
                <a:lnTo>
                  <a:pt x="11" y="25"/>
                </a:lnTo>
                <a:lnTo>
                  <a:pt x="13" y="26"/>
                </a:lnTo>
                <a:lnTo>
                  <a:pt x="15" y="26"/>
                </a:lnTo>
                <a:lnTo>
                  <a:pt x="17" y="25"/>
                </a:lnTo>
                <a:lnTo>
                  <a:pt x="19" y="25"/>
                </a:lnTo>
                <a:lnTo>
                  <a:pt x="21" y="24"/>
                </a:lnTo>
                <a:lnTo>
                  <a:pt x="22" y="22"/>
                </a:lnTo>
                <a:lnTo>
                  <a:pt x="24" y="21"/>
                </a:lnTo>
                <a:lnTo>
                  <a:pt x="25" y="19"/>
                </a:lnTo>
                <a:lnTo>
                  <a:pt x="26" y="17"/>
                </a:lnTo>
                <a:lnTo>
                  <a:pt x="26" y="15"/>
                </a:lnTo>
                <a:lnTo>
                  <a:pt x="26" y="13"/>
                </a:lnTo>
                <a:lnTo>
                  <a:pt x="26" y="11"/>
                </a:lnTo>
                <a:lnTo>
                  <a:pt x="26" y="9"/>
                </a:lnTo>
                <a:lnTo>
                  <a:pt x="25" y="7"/>
                </a:lnTo>
                <a:lnTo>
                  <a:pt x="25" y="5"/>
                </a:lnTo>
                <a:lnTo>
                  <a:pt x="23" y="4"/>
                </a:lnTo>
                <a:lnTo>
                  <a:pt x="22" y="3"/>
                </a:lnTo>
                <a:lnTo>
                  <a:pt x="21" y="2"/>
                </a:lnTo>
                <a:lnTo>
                  <a:pt x="20" y="1"/>
                </a:lnTo>
                <a:lnTo>
                  <a:pt x="18" y="0"/>
                </a:lnTo>
                <a:lnTo>
                  <a:pt x="16" y="0"/>
                </a:lnTo>
                <a:lnTo>
                  <a:pt x="15" y="0"/>
                </a:lnTo>
                <a:lnTo>
                  <a:pt x="14" y="1"/>
                </a:lnTo>
                <a:lnTo>
                  <a:pt x="12" y="1"/>
                </a:lnTo>
                <a:lnTo>
                  <a:pt x="11" y="2"/>
                </a:lnTo>
                <a:lnTo>
                  <a:pt x="10" y="3"/>
                </a:lnTo>
                <a:lnTo>
                  <a:pt x="9" y="4"/>
                </a:lnTo>
                <a:lnTo>
                  <a:pt x="8" y="5"/>
                </a:lnTo>
                <a:lnTo>
                  <a:pt x="8" y="7"/>
                </a:lnTo>
                <a:lnTo>
                  <a:pt x="8" y="8"/>
                </a:lnTo>
                <a:lnTo>
                  <a:pt x="7" y="10"/>
                </a:lnTo>
                <a:lnTo>
                  <a:pt x="8" y="11"/>
                </a:lnTo>
                <a:lnTo>
                  <a:pt x="8" y="12"/>
                </a:lnTo>
                <a:lnTo>
                  <a:pt x="8" y="13"/>
                </a:lnTo>
                <a:lnTo>
                  <a:pt x="9" y="14"/>
                </a:lnTo>
                <a:lnTo>
                  <a:pt x="10" y="15"/>
                </a:lnTo>
                <a:lnTo>
                  <a:pt x="10" y="16"/>
                </a:lnTo>
                <a:lnTo>
                  <a:pt x="11" y="17"/>
                </a:lnTo>
                <a:lnTo>
                  <a:pt x="12" y="17"/>
                </a:lnTo>
                <a:lnTo>
                  <a:pt x="13" y="17"/>
                </a:lnTo>
                <a:lnTo>
                  <a:pt x="14" y="17"/>
                </a:lnTo>
                <a:lnTo>
                  <a:pt x="15" y="17"/>
                </a:lnTo>
                <a:lnTo>
                  <a:pt x="16" y="17"/>
                </a:lnTo>
                <a:lnTo>
                  <a:pt x="17" y="17"/>
                </a:lnTo>
                <a:lnTo>
                  <a:pt x="17" y="16"/>
                </a:lnTo>
                <a:lnTo>
                  <a:pt x="18" y="15"/>
                </a:lnTo>
                <a:lnTo>
                  <a:pt x="18" y="15"/>
                </a:lnTo>
                <a:lnTo>
                  <a:pt x="19" y="14"/>
                </a:lnTo>
                <a:lnTo>
                  <a:pt x="19" y="13"/>
                </a:lnTo>
                <a:lnTo>
                  <a:pt x="19" y="12"/>
                </a:lnTo>
                <a:lnTo>
                  <a:pt x="19" y="12"/>
                </a:lnTo>
                <a:lnTo>
                  <a:pt x="19" y="11"/>
                </a:lnTo>
                <a:lnTo>
                  <a:pt x="19" y="10"/>
                </a:lnTo>
                <a:lnTo>
                  <a:pt x="18" y="10"/>
                </a:lnTo>
                <a:lnTo>
                  <a:pt x="18" y="9"/>
                </a:lnTo>
                <a:lnTo>
                  <a:pt x="17" y="9"/>
                </a:lnTo>
                <a:lnTo>
                  <a:pt x="17" y="9"/>
                </a:lnTo>
                <a:lnTo>
                  <a:pt x="17" y="8"/>
                </a:lnTo>
                <a:lnTo>
                  <a:pt x="16" y="8"/>
                </a:lnTo>
                <a:lnTo>
                  <a:pt x="16" y="8"/>
                </a:lnTo>
                <a:lnTo>
                  <a:pt x="15" y="9"/>
                </a:lnTo>
                <a:lnTo>
                  <a:pt x="15" y="9"/>
                </a:lnTo>
                <a:lnTo>
                  <a:pt x="15" y="9"/>
                </a:lnTo>
                <a:lnTo>
                  <a:pt x="15" y="9"/>
                </a:lnTo>
                <a:lnTo>
                  <a:pt x="14" y="10"/>
                </a:lnTo>
                <a:lnTo>
                  <a:pt x="14" y="10"/>
                </a:lnTo>
                <a:lnTo>
                  <a:pt x="14" y="10"/>
                </a:lnTo>
                <a:lnTo>
                  <a:pt x="14" y="10"/>
                </a:lnTo>
                <a:lnTo>
                  <a:pt x="14" y="11"/>
                </a:lnTo>
                <a:lnTo>
                  <a:pt x="15" y="11"/>
                </a:lnTo>
                <a:lnTo>
                  <a:pt x="15" y="11"/>
                </a:lnTo>
                <a:lnTo>
                  <a:pt x="15" y="11"/>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3779837" y="875932"/>
            <a:ext cx="1428150" cy="257067"/>
          </a:xfrm>
          <a:custGeom>
            <a:avLst/>
            <a:gdLst/>
            <a:ahLst/>
            <a:cxnLst/>
            <a:rect l="l" t="t" r="r" b="b"/>
            <a:pathLst>
              <a:path w="150" h="27">
                <a:moveTo>
                  <a:pt x="0" y="13"/>
                </a:moveTo>
                <a:lnTo>
                  <a:pt x="3" y="15"/>
                </a:lnTo>
                <a:lnTo>
                  <a:pt x="5" y="16"/>
                </a:lnTo>
                <a:lnTo>
                  <a:pt x="7" y="17"/>
                </a:lnTo>
                <a:lnTo>
                  <a:pt x="10" y="19"/>
                </a:lnTo>
                <a:lnTo>
                  <a:pt x="13" y="20"/>
                </a:lnTo>
                <a:lnTo>
                  <a:pt x="15" y="21"/>
                </a:lnTo>
                <a:lnTo>
                  <a:pt x="17" y="22"/>
                </a:lnTo>
                <a:lnTo>
                  <a:pt x="20" y="23"/>
                </a:lnTo>
                <a:lnTo>
                  <a:pt x="23" y="24"/>
                </a:lnTo>
                <a:lnTo>
                  <a:pt x="25" y="25"/>
                </a:lnTo>
                <a:lnTo>
                  <a:pt x="27" y="26"/>
                </a:lnTo>
                <a:lnTo>
                  <a:pt x="30" y="26"/>
                </a:lnTo>
                <a:lnTo>
                  <a:pt x="33" y="26"/>
                </a:lnTo>
                <a:lnTo>
                  <a:pt x="35" y="27"/>
                </a:lnTo>
                <a:lnTo>
                  <a:pt x="37" y="27"/>
                </a:lnTo>
                <a:lnTo>
                  <a:pt x="40" y="27"/>
                </a:lnTo>
                <a:lnTo>
                  <a:pt x="43" y="26"/>
                </a:lnTo>
                <a:lnTo>
                  <a:pt x="45" y="26"/>
                </a:lnTo>
                <a:lnTo>
                  <a:pt x="47" y="26"/>
                </a:lnTo>
                <a:lnTo>
                  <a:pt x="50" y="25"/>
                </a:lnTo>
                <a:lnTo>
                  <a:pt x="53" y="24"/>
                </a:lnTo>
                <a:lnTo>
                  <a:pt x="55" y="23"/>
                </a:lnTo>
                <a:lnTo>
                  <a:pt x="57" y="22"/>
                </a:lnTo>
                <a:lnTo>
                  <a:pt x="60" y="21"/>
                </a:lnTo>
                <a:lnTo>
                  <a:pt x="63" y="20"/>
                </a:lnTo>
                <a:lnTo>
                  <a:pt x="65" y="19"/>
                </a:lnTo>
                <a:lnTo>
                  <a:pt x="67" y="17"/>
                </a:lnTo>
                <a:lnTo>
                  <a:pt x="70" y="16"/>
                </a:lnTo>
                <a:lnTo>
                  <a:pt x="73" y="15"/>
                </a:lnTo>
                <a:lnTo>
                  <a:pt x="75" y="13"/>
                </a:lnTo>
                <a:lnTo>
                  <a:pt x="77" y="12"/>
                </a:lnTo>
                <a:lnTo>
                  <a:pt x="80" y="10"/>
                </a:lnTo>
                <a:lnTo>
                  <a:pt x="83" y="9"/>
                </a:lnTo>
                <a:lnTo>
                  <a:pt x="85" y="8"/>
                </a:lnTo>
                <a:lnTo>
                  <a:pt x="87" y="6"/>
                </a:lnTo>
                <a:lnTo>
                  <a:pt x="90" y="5"/>
                </a:lnTo>
                <a:lnTo>
                  <a:pt x="93" y="4"/>
                </a:lnTo>
                <a:lnTo>
                  <a:pt x="95" y="3"/>
                </a:lnTo>
                <a:lnTo>
                  <a:pt x="97" y="2"/>
                </a:lnTo>
                <a:lnTo>
                  <a:pt x="100" y="1"/>
                </a:lnTo>
                <a:lnTo>
                  <a:pt x="103" y="1"/>
                </a:lnTo>
                <a:lnTo>
                  <a:pt x="105" y="0"/>
                </a:lnTo>
                <a:lnTo>
                  <a:pt x="107" y="0"/>
                </a:lnTo>
                <a:lnTo>
                  <a:pt x="110" y="0"/>
                </a:lnTo>
                <a:lnTo>
                  <a:pt x="113" y="0"/>
                </a:lnTo>
                <a:lnTo>
                  <a:pt x="115" y="0"/>
                </a:lnTo>
                <a:lnTo>
                  <a:pt x="117" y="0"/>
                </a:lnTo>
                <a:lnTo>
                  <a:pt x="120" y="0"/>
                </a:lnTo>
                <a:lnTo>
                  <a:pt x="123" y="1"/>
                </a:lnTo>
                <a:lnTo>
                  <a:pt x="125" y="1"/>
                </a:lnTo>
                <a:lnTo>
                  <a:pt x="127" y="2"/>
                </a:lnTo>
                <a:lnTo>
                  <a:pt x="130" y="3"/>
                </a:lnTo>
                <a:lnTo>
                  <a:pt x="133" y="4"/>
                </a:lnTo>
                <a:lnTo>
                  <a:pt x="135" y="5"/>
                </a:lnTo>
                <a:lnTo>
                  <a:pt x="137" y="6"/>
                </a:lnTo>
                <a:lnTo>
                  <a:pt x="140" y="8"/>
                </a:lnTo>
                <a:lnTo>
                  <a:pt x="143" y="9"/>
                </a:lnTo>
                <a:lnTo>
                  <a:pt x="145" y="10"/>
                </a:lnTo>
                <a:lnTo>
                  <a:pt x="147" y="12"/>
                </a:lnTo>
                <a:lnTo>
                  <a:pt x="150" y="13"/>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4646248" y="790243"/>
            <a:ext cx="247546" cy="247546"/>
          </a:xfrm>
          <a:custGeom>
            <a:avLst/>
            <a:gdLst/>
            <a:ahLst/>
            <a:cxnLst/>
            <a:rect l="l" t="t" r="r" b="b"/>
            <a:pathLst>
              <a:path w="26" h="26">
                <a:moveTo>
                  <a:pt x="26" y="11"/>
                </a:moveTo>
                <a:lnTo>
                  <a:pt x="26" y="13"/>
                </a:lnTo>
                <a:lnTo>
                  <a:pt x="25" y="16"/>
                </a:lnTo>
                <a:lnTo>
                  <a:pt x="24" y="18"/>
                </a:lnTo>
                <a:lnTo>
                  <a:pt x="23" y="20"/>
                </a:lnTo>
                <a:lnTo>
                  <a:pt x="21" y="22"/>
                </a:lnTo>
                <a:lnTo>
                  <a:pt x="19" y="24"/>
                </a:lnTo>
                <a:lnTo>
                  <a:pt x="17" y="25"/>
                </a:lnTo>
                <a:lnTo>
                  <a:pt x="15" y="25"/>
                </a:lnTo>
                <a:lnTo>
                  <a:pt x="13" y="26"/>
                </a:lnTo>
                <a:lnTo>
                  <a:pt x="11" y="26"/>
                </a:lnTo>
                <a:lnTo>
                  <a:pt x="9" y="25"/>
                </a:lnTo>
                <a:lnTo>
                  <a:pt x="7" y="25"/>
                </a:lnTo>
                <a:lnTo>
                  <a:pt x="5" y="24"/>
                </a:lnTo>
                <a:lnTo>
                  <a:pt x="4" y="22"/>
                </a:lnTo>
                <a:lnTo>
                  <a:pt x="2" y="21"/>
                </a:lnTo>
                <a:lnTo>
                  <a:pt x="1" y="19"/>
                </a:lnTo>
                <a:lnTo>
                  <a:pt x="0" y="17"/>
                </a:lnTo>
                <a:lnTo>
                  <a:pt x="0" y="15"/>
                </a:lnTo>
                <a:lnTo>
                  <a:pt x="0" y="13"/>
                </a:lnTo>
                <a:lnTo>
                  <a:pt x="0" y="11"/>
                </a:lnTo>
                <a:lnTo>
                  <a:pt x="0" y="9"/>
                </a:lnTo>
                <a:lnTo>
                  <a:pt x="1" y="7"/>
                </a:lnTo>
                <a:lnTo>
                  <a:pt x="1" y="5"/>
                </a:lnTo>
                <a:lnTo>
                  <a:pt x="3" y="4"/>
                </a:lnTo>
                <a:lnTo>
                  <a:pt x="4" y="3"/>
                </a:lnTo>
                <a:lnTo>
                  <a:pt x="5" y="2"/>
                </a:lnTo>
                <a:lnTo>
                  <a:pt x="6" y="1"/>
                </a:lnTo>
                <a:lnTo>
                  <a:pt x="8" y="0"/>
                </a:lnTo>
                <a:lnTo>
                  <a:pt x="10" y="0"/>
                </a:lnTo>
                <a:lnTo>
                  <a:pt x="11" y="0"/>
                </a:lnTo>
                <a:lnTo>
                  <a:pt x="12" y="1"/>
                </a:lnTo>
                <a:lnTo>
                  <a:pt x="14" y="1"/>
                </a:lnTo>
                <a:lnTo>
                  <a:pt x="15" y="2"/>
                </a:lnTo>
                <a:lnTo>
                  <a:pt x="16" y="3"/>
                </a:lnTo>
                <a:lnTo>
                  <a:pt x="17" y="4"/>
                </a:lnTo>
                <a:lnTo>
                  <a:pt x="18" y="5"/>
                </a:lnTo>
                <a:lnTo>
                  <a:pt x="18" y="7"/>
                </a:lnTo>
                <a:lnTo>
                  <a:pt x="18" y="8"/>
                </a:lnTo>
                <a:lnTo>
                  <a:pt x="19" y="10"/>
                </a:lnTo>
                <a:lnTo>
                  <a:pt x="18" y="11"/>
                </a:lnTo>
                <a:lnTo>
                  <a:pt x="18" y="12"/>
                </a:lnTo>
                <a:lnTo>
                  <a:pt x="18" y="13"/>
                </a:lnTo>
                <a:lnTo>
                  <a:pt x="17" y="14"/>
                </a:lnTo>
                <a:lnTo>
                  <a:pt x="16" y="15"/>
                </a:lnTo>
                <a:lnTo>
                  <a:pt x="16" y="16"/>
                </a:lnTo>
                <a:lnTo>
                  <a:pt x="15" y="17"/>
                </a:lnTo>
                <a:lnTo>
                  <a:pt x="14" y="17"/>
                </a:lnTo>
                <a:lnTo>
                  <a:pt x="13" y="17"/>
                </a:lnTo>
                <a:lnTo>
                  <a:pt x="12" y="17"/>
                </a:lnTo>
                <a:lnTo>
                  <a:pt x="11" y="17"/>
                </a:lnTo>
                <a:lnTo>
                  <a:pt x="10" y="17"/>
                </a:lnTo>
                <a:lnTo>
                  <a:pt x="9" y="17"/>
                </a:lnTo>
                <a:lnTo>
                  <a:pt x="9" y="16"/>
                </a:lnTo>
                <a:lnTo>
                  <a:pt x="8" y="15"/>
                </a:lnTo>
                <a:lnTo>
                  <a:pt x="8" y="15"/>
                </a:lnTo>
                <a:lnTo>
                  <a:pt x="7" y="14"/>
                </a:lnTo>
                <a:lnTo>
                  <a:pt x="7" y="13"/>
                </a:lnTo>
                <a:lnTo>
                  <a:pt x="7" y="12"/>
                </a:lnTo>
                <a:lnTo>
                  <a:pt x="7" y="12"/>
                </a:lnTo>
                <a:lnTo>
                  <a:pt x="7" y="11"/>
                </a:lnTo>
                <a:lnTo>
                  <a:pt x="7" y="10"/>
                </a:lnTo>
                <a:lnTo>
                  <a:pt x="8" y="10"/>
                </a:lnTo>
                <a:lnTo>
                  <a:pt x="8" y="9"/>
                </a:lnTo>
                <a:lnTo>
                  <a:pt x="9" y="9"/>
                </a:lnTo>
                <a:lnTo>
                  <a:pt x="9" y="9"/>
                </a:lnTo>
                <a:lnTo>
                  <a:pt x="9" y="8"/>
                </a:lnTo>
                <a:lnTo>
                  <a:pt x="10" y="8"/>
                </a:lnTo>
                <a:lnTo>
                  <a:pt x="10" y="8"/>
                </a:lnTo>
                <a:lnTo>
                  <a:pt x="11" y="9"/>
                </a:lnTo>
                <a:lnTo>
                  <a:pt x="11" y="9"/>
                </a:lnTo>
                <a:lnTo>
                  <a:pt x="11" y="9"/>
                </a:lnTo>
                <a:lnTo>
                  <a:pt x="11" y="9"/>
                </a:lnTo>
                <a:lnTo>
                  <a:pt x="12" y="10"/>
                </a:lnTo>
                <a:lnTo>
                  <a:pt x="12" y="10"/>
                </a:lnTo>
                <a:lnTo>
                  <a:pt x="12" y="10"/>
                </a:lnTo>
                <a:lnTo>
                  <a:pt x="12" y="10"/>
                </a:lnTo>
                <a:lnTo>
                  <a:pt x="12" y="11"/>
                </a:lnTo>
                <a:lnTo>
                  <a:pt x="11" y="11"/>
                </a:lnTo>
                <a:lnTo>
                  <a:pt x="11" y="11"/>
                </a:lnTo>
                <a:lnTo>
                  <a:pt x="11" y="11"/>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2780132" y="3951215"/>
            <a:ext cx="999705" cy="257067"/>
          </a:xfrm>
          <a:custGeom>
            <a:avLst/>
            <a:gdLst/>
            <a:ahLst/>
            <a:cxnLst/>
            <a:rect l="l" t="t" r="r" b="b"/>
            <a:pathLst>
              <a:path w="105" h="27">
                <a:moveTo>
                  <a:pt x="105" y="14"/>
                </a:moveTo>
                <a:lnTo>
                  <a:pt x="103" y="15"/>
                </a:lnTo>
                <a:lnTo>
                  <a:pt x="102" y="16"/>
                </a:lnTo>
                <a:lnTo>
                  <a:pt x="100" y="18"/>
                </a:lnTo>
                <a:lnTo>
                  <a:pt x="98" y="19"/>
                </a:lnTo>
                <a:lnTo>
                  <a:pt x="96" y="20"/>
                </a:lnTo>
                <a:lnTo>
                  <a:pt x="94" y="22"/>
                </a:lnTo>
                <a:lnTo>
                  <a:pt x="93" y="23"/>
                </a:lnTo>
                <a:lnTo>
                  <a:pt x="91" y="24"/>
                </a:lnTo>
                <a:lnTo>
                  <a:pt x="89" y="25"/>
                </a:lnTo>
                <a:lnTo>
                  <a:pt x="88" y="25"/>
                </a:lnTo>
                <a:lnTo>
                  <a:pt x="86" y="26"/>
                </a:lnTo>
                <a:lnTo>
                  <a:pt x="84" y="27"/>
                </a:lnTo>
                <a:lnTo>
                  <a:pt x="82" y="27"/>
                </a:lnTo>
                <a:lnTo>
                  <a:pt x="80" y="27"/>
                </a:lnTo>
                <a:lnTo>
                  <a:pt x="79" y="27"/>
                </a:lnTo>
                <a:lnTo>
                  <a:pt x="77" y="27"/>
                </a:lnTo>
                <a:lnTo>
                  <a:pt x="75" y="27"/>
                </a:lnTo>
                <a:lnTo>
                  <a:pt x="74" y="27"/>
                </a:lnTo>
                <a:lnTo>
                  <a:pt x="72" y="26"/>
                </a:lnTo>
                <a:lnTo>
                  <a:pt x="70" y="25"/>
                </a:lnTo>
                <a:lnTo>
                  <a:pt x="68" y="25"/>
                </a:lnTo>
                <a:lnTo>
                  <a:pt x="66" y="24"/>
                </a:lnTo>
                <a:lnTo>
                  <a:pt x="65" y="23"/>
                </a:lnTo>
                <a:lnTo>
                  <a:pt x="63" y="22"/>
                </a:lnTo>
                <a:lnTo>
                  <a:pt x="61" y="20"/>
                </a:lnTo>
                <a:lnTo>
                  <a:pt x="60" y="19"/>
                </a:lnTo>
                <a:lnTo>
                  <a:pt x="58" y="18"/>
                </a:lnTo>
                <a:lnTo>
                  <a:pt x="56" y="16"/>
                </a:lnTo>
                <a:lnTo>
                  <a:pt x="54" y="15"/>
                </a:lnTo>
                <a:lnTo>
                  <a:pt x="52" y="14"/>
                </a:lnTo>
                <a:lnTo>
                  <a:pt x="51" y="12"/>
                </a:lnTo>
                <a:lnTo>
                  <a:pt x="49" y="11"/>
                </a:lnTo>
                <a:lnTo>
                  <a:pt x="47" y="9"/>
                </a:lnTo>
                <a:lnTo>
                  <a:pt x="46" y="8"/>
                </a:lnTo>
                <a:lnTo>
                  <a:pt x="44" y="7"/>
                </a:lnTo>
                <a:lnTo>
                  <a:pt x="42" y="6"/>
                </a:lnTo>
                <a:lnTo>
                  <a:pt x="40" y="5"/>
                </a:lnTo>
                <a:lnTo>
                  <a:pt x="38" y="4"/>
                </a:lnTo>
                <a:lnTo>
                  <a:pt x="37" y="3"/>
                </a:lnTo>
                <a:lnTo>
                  <a:pt x="35" y="2"/>
                </a:lnTo>
                <a:lnTo>
                  <a:pt x="33" y="1"/>
                </a:lnTo>
                <a:lnTo>
                  <a:pt x="32" y="1"/>
                </a:lnTo>
                <a:lnTo>
                  <a:pt x="30" y="0"/>
                </a:lnTo>
                <a:lnTo>
                  <a:pt x="28" y="0"/>
                </a:lnTo>
                <a:lnTo>
                  <a:pt x="26" y="0"/>
                </a:lnTo>
                <a:lnTo>
                  <a:pt x="24" y="0"/>
                </a:lnTo>
                <a:lnTo>
                  <a:pt x="23" y="0"/>
                </a:lnTo>
                <a:lnTo>
                  <a:pt x="21" y="1"/>
                </a:lnTo>
                <a:lnTo>
                  <a:pt x="19" y="1"/>
                </a:lnTo>
                <a:lnTo>
                  <a:pt x="18" y="2"/>
                </a:lnTo>
                <a:lnTo>
                  <a:pt x="16" y="3"/>
                </a:lnTo>
                <a:lnTo>
                  <a:pt x="14" y="4"/>
                </a:lnTo>
                <a:lnTo>
                  <a:pt x="12" y="5"/>
                </a:lnTo>
                <a:lnTo>
                  <a:pt x="10" y="6"/>
                </a:lnTo>
                <a:lnTo>
                  <a:pt x="9" y="7"/>
                </a:lnTo>
                <a:lnTo>
                  <a:pt x="7" y="8"/>
                </a:lnTo>
                <a:lnTo>
                  <a:pt x="5" y="9"/>
                </a:lnTo>
                <a:lnTo>
                  <a:pt x="4" y="11"/>
                </a:lnTo>
                <a:lnTo>
                  <a:pt x="2" y="12"/>
                </a:lnTo>
                <a:lnTo>
                  <a:pt x="0" y="14"/>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2961031" y="3875047"/>
            <a:ext cx="247546" cy="238025"/>
          </a:xfrm>
          <a:custGeom>
            <a:avLst/>
            <a:gdLst/>
            <a:ahLst/>
            <a:cxnLst/>
            <a:rect l="l" t="t" r="r" b="b"/>
            <a:pathLst>
              <a:path w="26" h="25">
                <a:moveTo>
                  <a:pt x="0" y="10"/>
                </a:moveTo>
                <a:lnTo>
                  <a:pt x="0" y="13"/>
                </a:lnTo>
                <a:lnTo>
                  <a:pt x="1" y="15"/>
                </a:lnTo>
                <a:lnTo>
                  <a:pt x="2" y="18"/>
                </a:lnTo>
                <a:lnTo>
                  <a:pt x="3" y="20"/>
                </a:lnTo>
                <a:lnTo>
                  <a:pt x="5" y="22"/>
                </a:lnTo>
                <a:lnTo>
                  <a:pt x="6" y="23"/>
                </a:lnTo>
                <a:lnTo>
                  <a:pt x="8" y="24"/>
                </a:lnTo>
                <a:lnTo>
                  <a:pt x="10" y="25"/>
                </a:lnTo>
                <a:lnTo>
                  <a:pt x="13" y="25"/>
                </a:lnTo>
                <a:lnTo>
                  <a:pt x="15" y="25"/>
                </a:lnTo>
                <a:lnTo>
                  <a:pt x="17" y="25"/>
                </a:lnTo>
                <a:lnTo>
                  <a:pt x="19" y="24"/>
                </a:lnTo>
                <a:lnTo>
                  <a:pt x="20" y="23"/>
                </a:lnTo>
                <a:lnTo>
                  <a:pt x="22" y="22"/>
                </a:lnTo>
                <a:lnTo>
                  <a:pt x="23" y="20"/>
                </a:lnTo>
                <a:lnTo>
                  <a:pt x="24" y="18"/>
                </a:lnTo>
                <a:lnTo>
                  <a:pt x="25" y="16"/>
                </a:lnTo>
                <a:lnTo>
                  <a:pt x="26" y="14"/>
                </a:lnTo>
                <a:lnTo>
                  <a:pt x="26" y="12"/>
                </a:lnTo>
                <a:lnTo>
                  <a:pt x="26" y="10"/>
                </a:lnTo>
                <a:lnTo>
                  <a:pt x="26" y="8"/>
                </a:lnTo>
                <a:lnTo>
                  <a:pt x="25" y="7"/>
                </a:lnTo>
                <a:lnTo>
                  <a:pt x="24" y="5"/>
                </a:lnTo>
                <a:lnTo>
                  <a:pt x="23" y="3"/>
                </a:lnTo>
                <a:lnTo>
                  <a:pt x="22" y="2"/>
                </a:lnTo>
                <a:lnTo>
                  <a:pt x="21" y="1"/>
                </a:lnTo>
                <a:lnTo>
                  <a:pt x="19" y="0"/>
                </a:lnTo>
                <a:lnTo>
                  <a:pt x="18" y="0"/>
                </a:lnTo>
                <a:lnTo>
                  <a:pt x="16" y="0"/>
                </a:lnTo>
                <a:lnTo>
                  <a:pt x="15" y="0"/>
                </a:lnTo>
                <a:lnTo>
                  <a:pt x="13" y="0"/>
                </a:lnTo>
                <a:lnTo>
                  <a:pt x="12" y="1"/>
                </a:lnTo>
                <a:lnTo>
                  <a:pt x="11" y="1"/>
                </a:lnTo>
                <a:lnTo>
                  <a:pt x="10" y="2"/>
                </a:lnTo>
                <a:lnTo>
                  <a:pt x="9" y="4"/>
                </a:lnTo>
                <a:lnTo>
                  <a:pt x="8" y="5"/>
                </a:lnTo>
                <a:lnTo>
                  <a:pt x="7" y="6"/>
                </a:lnTo>
                <a:lnTo>
                  <a:pt x="7" y="8"/>
                </a:lnTo>
                <a:lnTo>
                  <a:pt x="7" y="9"/>
                </a:lnTo>
                <a:lnTo>
                  <a:pt x="7" y="10"/>
                </a:lnTo>
                <a:lnTo>
                  <a:pt x="7" y="12"/>
                </a:lnTo>
                <a:lnTo>
                  <a:pt x="8" y="13"/>
                </a:lnTo>
                <a:lnTo>
                  <a:pt x="8" y="14"/>
                </a:lnTo>
                <a:lnTo>
                  <a:pt x="9" y="15"/>
                </a:lnTo>
                <a:lnTo>
                  <a:pt x="10" y="16"/>
                </a:lnTo>
                <a:lnTo>
                  <a:pt x="11" y="16"/>
                </a:lnTo>
                <a:lnTo>
                  <a:pt x="12" y="17"/>
                </a:lnTo>
                <a:lnTo>
                  <a:pt x="13" y="17"/>
                </a:lnTo>
                <a:lnTo>
                  <a:pt x="14" y="17"/>
                </a:lnTo>
                <a:lnTo>
                  <a:pt x="15" y="17"/>
                </a:lnTo>
                <a:lnTo>
                  <a:pt x="15" y="16"/>
                </a:lnTo>
                <a:lnTo>
                  <a:pt x="16" y="16"/>
                </a:lnTo>
                <a:lnTo>
                  <a:pt x="17" y="15"/>
                </a:lnTo>
                <a:lnTo>
                  <a:pt x="17" y="15"/>
                </a:lnTo>
                <a:lnTo>
                  <a:pt x="18" y="14"/>
                </a:lnTo>
                <a:lnTo>
                  <a:pt x="18" y="13"/>
                </a:lnTo>
                <a:lnTo>
                  <a:pt x="18" y="13"/>
                </a:lnTo>
                <a:lnTo>
                  <a:pt x="19" y="12"/>
                </a:lnTo>
                <a:lnTo>
                  <a:pt x="18" y="11"/>
                </a:lnTo>
                <a:lnTo>
                  <a:pt x="18" y="10"/>
                </a:lnTo>
                <a:lnTo>
                  <a:pt x="18" y="10"/>
                </a:lnTo>
                <a:lnTo>
                  <a:pt x="18" y="9"/>
                </a:lnTo>
                <a:lnTo>
                  <a:pt x="17" y="9"/>
                </a:lnTo>
                <a:lnTo>
                  <a:pt x="17" y="8"/>
                </a:lnTo>
                <a:lnTo>
                  <a:pt x="17" y="8"/>
                </a:lnTo>
                <a:lnTo>
                  <a:pt x="16" y="8"/>
                </a:lnTo>
                <a:lnTo>
                  <a:pt x="16" y="8"/>
                </a:lnTo>
                <a:lnTo>
                  <a:pt x="15" y="8"/>
                </a:lnTo>
                <a:lnTo>
                  <a:pt x="15" y="8"/>
                </a:lnTo>
                <a:lnTo>
                  <a:pt x="15" y="8"/>
                </a:lnTo>
                <a:lnTo>
                  <a:pt x="14" y="8"/>
                </a:lnTo>
                <a:lnTo>
                  <a:pt x="14" y="9"/>
                </a:lnTo>
                <a:lnTo>
                  <a:pt x="14" y="9"/>
                </a:lnTo>
                <a:lnTo>
                  <a:pt x="14" y="9"/>
                </a:lnTo>
                <a:lnTo>
                  <a:pt x="14" y="10"/>
                </a:lnTo>
                <a:lnTo>
                  <a:pt x="14" y="10"/>
                </a:lnTo>
                <a:lnTo>
                  <a:pt x="14" y="10"/>
                </a:lnTo>
                <a:lnTo>
                  <a:pt x="14" y="10"/>
                </a:lnTo>
                <a:lnTo>
                  <a:pt x="14" y="10"/>
                </a:lnTo>
                <a:lnTo>
                  <a:pt x="15" y="1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3779837" y="3951215"/>
            <a:ext cx="999705" cy="257067"/>
          </a:xfrm>
          <a:custGeom>
            <a:avLst/>
            <a:gdLst/>
            <a:ahLst/>
            <a:cxnLst/>
            <a:rect l="l" t="t" r="r" b="b"/>
            <a:pathLst>
              <a:path w="105" h="27">
                <a:moveTo>
                  <a:pt x="0" y="14"/>
                </a:moveTo>
                <a:lnTo>
                  <a:pt x="2" y="15"/>
                </a:lnTo>
                <a:lnTo>
                  <a:pt x="3" y="16"/>
                </a:lnTo>
                <a:lnTo>
                  <a:pt x="5" y="18"/>
                </a:lnTo>
                <a:lnTo>
                  <a:pt x="7" y="19"/>
                </a:lnTo>
                <a:lnTo>
                  <a:pt x="9" y="20"/>
                </a:lnTo>
                <a:lnTo>
                  <a:pt x="11" y="22"/>
                </a:lnTo>
                <a:lnTo>
                  <a:pt x="12" y="23"/>
                </a:lnTo>
                <a:lnTo>
                  <a:pt x="14" y="24"/>
                </a:lnTo>
                <a:lnTo>
                  <a:pt x="16" y="25"/>
                </a:lnTo>
                <a:lnTo>
                  <a:pt x="17" y="25"/>
                </a:lnTo>
                <a:lnTo>
                  <a:pt x="19" y="26"/>
                </a:lnTo>
                <a:lnTo>
                  <a:pt x="21" y="27"/>
                </a:lnTo>
                <a:lnTo>
                  <a:pt x="23" y="27"/>
                </a:lnTo>
                <a:lnTo>
                  <a:pt x="25" y="27"/>
                </a:lnTo>
                <a:lnTo>
                  <a:pt x="26" y="27"/>
                </a:lnTo>
                <a:lnTo>
                  <a:pt x="28" y="27"/>
                </a:lnTo>
                <a:lnTo>
                  <a:pt x="30" y="27"/>
                </a:lnTo>
                <a:lnTo>
                  <a:pt x="31" y="27"/>
                </a:lnTo>
                <a:lnTo>
                  <a:pt x="33" y="26"/>
                </a:lnTo>
                <a:lnTo>
                  <a:pt x="35" y="25"/>
                </a:lnTo>
                <a:lnTo>
                  <a:pt x="37" y="25"/>
                </a:lnTo>
                <a:lnTo>
                  <a:pt x="39" y="24"/>
                </a:lnTo>
                <a:lnTo>
                  <a:pt x="40" y="23"/>
                </a:lnTo>
                <a:lnTo>
                  <a:pt x="42" y="22"/>
                </a:lnTo>
                <a:lnTo>
                  <a:pt x="44" y="20"/>
                </a:lnTo>
                <a:lnTo>
                  <a:pt x="45" y="19"/>
                </a:lnTo>
                <a:lnTo>
                  <a:pt x="47" y="18"/>
                </a:lnTo>
                <a:lnTo>
                  <a:pt x="49" y="16"/>
                </a:lnTo>
                <a:lnTo>
                  <a:pt x="51" y="15"/>
                </a:lnTo>
                <a:lnTo>
                  <a:pt x="53" y="14"/>
                </a:lnTo>
                <a:lnTo>
                  <a:pt x="54" y="12"/>
                </a:lnTo>
                <a:lnTo>
                  <a:pt x="56" y="11"/>
                </a:lnTo>
                <a:lnTo>
                  <a:pt x="58" y="9"/>
                </a:lnTo>
                <a:lnTo>
                  <a:pt x="59" y="8"/>
                </a:lnTo>
                <a:lnTo>
                  <a:pt x="61" y="7"/>
                </a:lnTo>
                <a:lnTo>
                  <a:pt x="63" y="6"/>
                </a:lnTo>
                <a:lnTo>
                  <a:pt x="65" y="5"/>
                </a:lnTo>
                <a:lnTo>
                  <a:pt x="67" y="4"/>
                </a:lnTo>
                <a:lnTo>
                  <a:pt x="68" y="3"/>
                </a:lnTo>
                <a:lnTo>
                  <a:pt x="70" y="2"/>
                </a:lnTo>
                <a:lnTo>
                  <a:pt x="72" y="1"/>
                </a:lnTo>
                <a:lnTo>
                  <a:pt x="73" y="1"/>
                </a:lnTo>
                <a:lnTo>
                  <a:pt x="75" y="0"/>
                </a:lnTo>
                <a:lnTo>
                  <a:pt x="77" y="0"/>
                </a:lnTo>
                <a:lnTo>
                  <a:pt x="79" y="0"/>
                </a:lnTo>
                <a:lnTo>
                  <a:pt x="81" y="0"/>
                </a:lnTo>
                <a:lnTo>
                  <a:pt x="82" y="0"/>
                </a:lnTo>
                <a:lnTo>
                  <a:pt x="84" y="1"/>
                </a:lnTo>
                <a:lnTo>
                  <a:pt x="86" y="1"/>
                </a:lnTo>
                <a:lnTo>
                  <a:pt x="87" y="2"/>
                </a:lnTo>
                <a:lnTo>
                  <a:pt x="89" y="3"/>
                </a:lnTo>
                <a:lnTo>
                  <a:pt x="91" y="4"/>
                </a:lnTo>
                <a:lnTo>
                  <a:pt x="93" y="5"/>
                </a:lnTo>
                <a:lnTo>
                  <a:pt x="95" y="6"/>
                </a:lnTo>
                <a:lnTo>
                  <a:pt x="96" y="7"/>
                </a:lnTo>
                <a:lnTo>
                  <a:pt x="98" y="8"/>
                </a:lnTo>
                <a:lnTo>
                  <a:pt x="100" y="9"/>
                </a:lnTo>
                <a:lnTo>
                  <a:pt x="101" y="11"/>
                </a:lnTo>
                <a:lnTo>
                  <a:pt x="103" y="12"/>
                </a:lnTo>
                <a:lnTo>
                  <a:pt x="105" y="14"/>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4351097" y="3875047"/>
            <a:ext cx="247546" cy="238025"/>
          </a:xfrm>
          <a:custGeom>
            <a:avLst/>
            <a:gdLst/>
            <a:ahLst/>
            <a:cxnLst/>
            <a:rect l="l" t="t" r="r" b="b"/>
            <a:pathLst>
              <a:path w="26" h="25">
                <a:moveTo>
                  <a:pt x="26" y="10"/>
                </a:moveTo>
                <a:lnTo>
                  <a:pt x="26" y="13"/>
                </a:lnTo>
                <a:lnTo>
                  <a:pt x="25" y="15"/>
                </a:lnTo>
                <a:lnTo>
                  <a:pt x="24" y="18"/>
                </a:lnTo>
                <a:lnTo>
                  <a:pt x="23" y="20"/>
                </a:lnTo>
                <a:lnTo>
                  <a:pt x="21" y="22"/>
                </a:lnTo>
                <a:lnTo>
                  <a:pt x="20" y="23"/>
                </a:lnTo>
                <a:lnTo>
                  <a:pt x="18" y="24"/>
                </a:lnTo>
                <a:lnTo>
                  <a:pt x="16" y="25"/>
                </a:lnTo>
                <a:lnTo>
                  <a:pt x="13" y="25"/>
                </a:lnTo>
                <a:lnTo>
                  <a:pt x="11" y="25"/>
                </a:lnTo>
                <a:lnTo>
                  <a:pt x="9" y="25"/>
                </a:lnTo>
                <a:lnTo>
                  <a:pt x="7" y="24"/>
                </a:lnTo>
                <a:lnTo>
                  <a:pt x="6" y="23"/>
                </a:lnTo>
                <a:lnTo>
                  <a:pt x="4" y="22"/>
                </a:lnTo>
                <a:lnTo>
                  <a:pt x="3" y="20"/>
                </a:lnTo>
                <a:lnTo>
                  <a:pt x="2" y="18"/>
                </a:lnTo>
                <a:lnTo>
                  <a:pt x="1" y="16"/>
                </a:lnTo>
                <a:lnTo>
                  <a:pt x="0" y="14"/>
                </a:lnTo>
                <a:lnTo>
                  <a:pt x="0" y="12"/>
                </a:lnTo>
                <a:lnTo>
                  <a:pt x="0" y="10"/>
                </a:lnTo>
                <a:lnTo>
                  <a:pt x="0" y="8"/>
                </a:lnTo>
                <a:lnTo>
                  <a:pt x="1" y="7"/>
                </a:lnTo>
                <a:lnTo>
                  <a:pt x="2" y="5"/>
                </a:lnTo>
                <a:lnTo>
                  <a:pt x="3" y="3"/>
                </a:lnTo>
                <a:lnTo>
                  <a:pt x="4" y="2"/>
                </a:lnTo>
                <a:lnTo>
                  <a:pt x="5" y="1"/>
                </a:lnTo>
                <a:lnTo>
                  <a:pt x="7" y="0"/>
                </a:lnTo>
                <a:lnTo>
                  <a:pt x="8" y="0"/>
                </a:lnTo>
                <a:lnTo>
                  <a:pt x="10" y="0"/>
                </a:lnTo>
                <a:lnTo>
                  <a:pt x="11" y="0"/>
                </a:lnTo>
                <a:lnTo>
                  <a:pt x="13" y="0"/>
                </a:lnTo>
                <a:lnTo>
                  <a:pt x="14" y="1"/>
                </a:lnTo>
                <a:lnTo>
                  <a:pt x="15" y="1"/>
                </a:lnTo>
                <a:lnTo>
                  <a:pt x="16" y="2"/>
                </a:lnTo>
                <a:lnTo>
                  <a:pt x="17" y="4"/>
                </a:lnTo>
                <a:lnTo>
                  <a:pt x="18" y="5"/>
                </a:lnTo>
                <a:lnTo>
                  <a:pt x="19" y="6"/>
                </a:lnTo>
                <a:lnTo>
                  <a:pt x="19" y="8"/>
                </a:lnTo>
                <a:lnTo>
                  <a:pt x="19" y="9"/>
                </a:lnTo>
                <a:lnTo>
                  <a:pt x="19" y="10"/>
                </a:lnTo>
                <a:lnTo>
                  <a:pt x="19" y="12"/>
                </a:lnTo>
                <a:lnTo>
                  <a:pt x="18" y="13"/>
                </a:lnTo>
                <a:lnTo>
                  <a:pt x="18" y="14"/>
                </a:lnTo>
                <a:lnTo>
                  <a:pt x="17" y="15"/>
                </a:lnTo>
                <a:lnTo>
                  <a:pt x="16" y="16"/>
                </a:lnTo>
                <a:lnTo>
                  <a:pt x="15" y="16"/>
                </a:lnTo>
                <a:lnTo>
                  <a:pt x="14" y="17"/>
                </a:lnTo>
                <a:lnTo>
                  <a:pt x="13" y="17"/>
                </a:lnTo>
                <a:lnTo>
                  <a:pt x="12" y="17"/>
                </a:lnTo>
                <a:lnTo>
                  <a:pt x="11" y="17"/>
                </a:lnTo>
                <a:lnTo>
                  <a:pt x="11" y="16"/>
                </a:lnTo>
                <a:lnTo>
                  <a:pt x="10" y="16"/>
                </a:lnTo>
                <a:lnTo>
                  <a:pt x="9" y="15"/>
                </a:lnTo>
                <a:lnTo>
                  <a:pt x="9" y="15"/>
                </a:lnTo>
                <a:lnTo>
                  <a:pt x="8" y="14"/>
                </a:lnTo>
                <a:lnTo>
                  <a:pt x="8" y="13"/>
                </a:lnTo>
                <a:lnTo>
                  <a:pt x="8" y="13"/>
                </a:lnTo>
                <a:lnTo>
                  <a:pt x="7" y="12"/>
                </a:lnTo>
                <a:lnTo>
                  <a:pt x="8" y="11"/>
                </a:lnTo>
                <a:lnTo>
                  <a:pt x="8" y="10"/>
                </a:lnTo>
                <a:lnTo>
                  <a:pt x="8" y="10"/>
                </a:lnTo>
                <a:lnTo>
                  <a:pt x="8" y="9"/>
                </a:lnTo>
                <a:lnTo>
                  <a:pt x="9" y="9"/>
                </a:lnTo>
                <a:lnTo>
                  <a:pt x="9" y="8"/>
                </a:lnTo>
                <a:lnTo>
                  <a:pt x="9" y="8"/>
                </a:lnTo>
                <a:lnTo>
                  <a:pt x="10" y="8"/>
                </a:lnTo>
                <a:lnTo>
                  <a:pt x="10" y="8"/>
                </a:lnTo>
                <a:lnTo>
                  <a:pt x="11" y="8"/>
                </a:lnTo>
                <a:lnTo>
                  <a:pt x="11" y="8"/>
                </a:lnTo>
                <a:lnTo>
                  <a:pt x="11" y="8"/>
                </a:lnTo>
                <a:lnTo>
                  <a:pt x="12" y="8"/>
                </a:lnTo>
                <a:lnTo>
                  <a:pt x="12" y="9"/>
                </a:lnTo>
                <a:lnTo>
                  <a:pt x="12" y="9"/>
                </a:lnTo>
                <a:lnTo>
                  <a:pt x="12" y="9"/>
                </a:lnTo>
                <a:lnTo>
                  <a:pt x="12" y="10"/>
                </a:lnTo>
                <a:lnTo>
                  <a:pt x="12" y="10"/>
                </a:lnTo>
                <a:lnTo>
                  <a:pt x="12" y="10"/>
                </a:lnTo>
                <a:lnTo>
                  <a:pt x="12" y="10"/>
                </a:lnTo>
                <a:lnTo>
                  <a:pt x="12" y="10"/>
                </a:lnTo>
                <a:lnTo>
                  <a:pt x="11" y="1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3018157" y="7464464"/>
            <a:ext cx="761680" cy="257067"/>
          </a:xfrm>
          <a:custGeom>
            <a:avLst/>
            <a:gdLst/>
            <a:ahLst/>
            <a:cxnLst/>
            <a:rect l="l" t="t" r="r" b="b"/>
            <a:pathLst>
              <a:path w="80" h="27">
                <a:moveTo>
                  <a:pt x="80" y="13"/>
                </a:moveTo>
                <a:lnTo>
                  <a:pt x="79" y="15"/>
                </a:lnTo>
                <a:lnTo>
                  <a:pt x="77" y="16"/>
                </a:lnTo>
                <a:lnTo>
                  <a:pt x="76" y="17"/>
                </a:lnTo>
                <a:lnTo>
                  <a:pt x="75" y="19"/>
                </a:lnTo>
                <a:lnTo>
                  <a:pt x="73" y="20"/>
                </a:lnTo>
                <a:lnTo>
                  <a:pt x="72" y="21"/>
                </a:lnTo>
                <a:lnTo>
                  <a:pt x="71" y="22"/>
                </a:lnTo>
                <a:lnTo>
                  <a:pt x="69" y="23"/>
                </a:lnTo>
                <a:lnTo>
                  <a:pt x="68" y="24"/>
                </a:lnTo>
                <a:lnTo>
                  <a:pt x="67" y="25"/>
                </a:lnTo>
                <a:lnTo>
                  <a:pt x="65" y="26"/>
                </a:lnTo>
                <a:lnTo>
                  <a:pt x="64" y="26"/>
                </a:lnTo>
                <a:lnTo>
                  <a:pt x="63" y="27"/>
                </a:lnTo>
                <a:lnTo>
                  <a:pt x="61" y="27"/>
                </a:lnTo>
                <a:lnTo>
                  <a:pt x="60" y="27"/>
                </a:lnTo>
                <a:lnTo>
                  <a:pt x="59" y="27"/>
                </a:lnTo>
                <a:lnTo>
                  <a:pt x="57" y="27"/>
                </a:lnTo>
                <a:lnTo>
                  <a:pt x="56" y="26"/>
                </a:lnTo>
                <a:lnTo>
                  <a:pt x="55" y="26"/>
                </a:lnTo>
                <a:lnTo>
                  <a:pt x="53" y="25"/>
                </a:lnTo>
                <a:lnTo>
                  <a:pt x="52" y="24"/>
                </a:lnTo>
                <a:lnTo>
                  <a:pt x="51" y="23"/>
                </a:lnTo>
                <a:lnTo>
                  <a:pt x="49" y="22"/>
                </a:lnTo>
                <a:lnTo>
                  <a:pt x="48" y="21"/>
                </a:lnTo>
                <a:lnTo>
                  <a:pt x="47" y="20"/>
                </a:lnTo>
                <a:lnTo>
                  <a:pt x="45" y="19"/>
                </a:lnTo>
                <a:lnTo>
                  <a:pt x="44" y="17"/>
                </a:lnTo>
                <a:lnTo>
                  <a:pt x="43" y="16"/>
                </a:lnTo>
                <a:lnTo>
                  <a:pt x="41" y="15"/>
                </a:lnTo>
                <a:lnTo>
                  <a:pt x="40" y="13"/>
                </a:lnTo>
                <a:lnTo>
                  <a:pt x="39" y="12"/>
                </a:lnTo>
                <a:lnTo>
                  <a:pt x="37" y="10"/>
                </a:lnTo>
                <a:lnTo>
                  <a:pt x="36" y="9"/>
                </a:lnTo>
                <a:lnTo>
                  <a:pt x="35" y="8"/>
                </a:lnTo>
                <a:lnTo>
                  <a:pt x="33" y="7"/>
                </a:lnTo>
                <a:lnTo>
                  <a:pt x="32" y="5"/>
                </a:lnTo>
                <a:lnTo>
                  <a:pt x="31" y="4"/>
                </a:lnTo>
                <a:lnTo>
                  <a:pt x="29" y="3"/>
                </a:lnTo>
                <a:lnTo>
                  <a:pt x="28" y="2"/>
                </a:lnTo>
                <a:lnTo>
                  <a:pt x="27" y="2"/>
                </a:lnTo>
                <a:lnTo>
                  <a:pt x="25" y="1"/>
                </a:lnTo>
                <a:lnTo>
                  <a:pt x="24" y="0"/>
                </a:lnTo>
                <a:lnTo>
                  <a:pt x="23" y="0"/>
                </a:lnTo>
                <a:lnTo>
                  <a:pt x="21" y="0"/>
                </a:lnTo>
                <a:lnTo>
                  <a:pt x="20" y="0"/>
                </a:lnTo>
                <a:lnTo>
                  <a:pt x="19" y="0"/>
                </a:lnTo>
                <a:lnTo>
                  <a:pt x="17" y="0"/>
                </a:lnTo>
                <a:lnTo>
                  <a:pt x="16" y="0"/>
                </a:lnTo>
                <a:lnTo>
                  <a:pt x="15" y="1"/>
                </a:lnTo>
                <a:lnTo>
                  <a:pt x="13" y="2"/>
                </a:lnTo>
                <a:lnTo>
                  <a:pt x="12" y="2"/>
                </a:lnTo>
                <a:lnTo>
                  <a:pt x="11" y="3"/>
                </a:lnTo>
                <a:lnTo>
                  <a:pt x="9" y="4"/>
                </a:lnTo>
                <a:lnTo>
                  <a:pt x="8" y="5"/>
                </a:lnTo>
                <a:lnTo>
                  <a:pt x="7" y="7"/>
                </a:lnTo>
                <a:lnTo>
                  <a:pt x="5" y="8"/>
                </a:lnTo>
                <a:lnTo>
                  <a:pt x="4" y="9"/>
                </a:lnTo>
                <a:lnTo>
                  <a:pt x="3" y="10"/>
                </a:lnTo>
                <a:lnTo>
                  <a:pt x="1" y="12"/>
                </a:lnTo>
                <a:lnTo>
                  <a:pt x="0" y="13"/>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3122888" y="7378775"/>
            <a:ext cx="247546" cy="247546"/>
          </a:xfrm>
          <a:custGeom>
            <a:avLst/>
            <a:gdLst/>
            <a:ahLst/>
            <a:cxnLst/>
            <a:rect l="l" t="t" r="r" b="b"/>
            <a:pathLst>
              <a:path w="26" h="26">
                <a:moveTo>
                  <a:pt x="0" y="11"/>
                </a:moveTo>
                <a:lnTo>
                  <a:pt x="0" y="14"/>
                </a:lnTo>
                <a:lnTo>
                  <a:pt x="1" y="16"/>
                </a:lnTo>
                <a:lnTo>
                  <a:pt x="2" y="18"/>
                </a:lnTo>
                <a:lnTo>
                  <a:pt x="3" y="20"/>
                </a:lnTo>
                <a:lnTo>
                  <a:pt x="5" y="22"/>
                </a:lnTo>
                <a:lnTo>
                  <a:pt x="6" y="24"/>
                </a:lnTo>
                <a:lnTo>
                  <a:pt x="8" y="25"/>
                </a:lnTo>
                <a:lnTo>
                  <a:pt x="10" y="26"/>
                </a:lnTo>
                <a:lnTo>
                  <a:pt x="13" y="26"/>
                </a:lnTo>
                <a:lnTo>
                  <a:pt x="15" y="26"/>
                </a:lnTo>
                <a:lnTo>
                  <a:pt x="17" y="25"/>
                </a:lnTo>
                <a:lnTo>
                  <a:pt x="19" y="25"/>
                </a:lnTo>
                <a:lnTo>
                  <a:pt x="20" y="24"/>
                </a:lnTo>
                <a:lnTo>
                  <a:pt x="22" y="22"/>
                </a:lnTo>
                <a:lnTo>
                  <a:pt x="23" y="21"/>
                </a:lnTo>
                <a:lnTo>
                  <a:pt x="24" y="19"/>
                </a:lnTo>
                <a:lnTo>
                  <a:pt x="25" y="17"/>
                </a:lnTo>
                <a:lnTo>
                  <a:pt x="26" y="15"/>
                </a:lnTo>
                <a:lnTo>
                  <a:pt x="26" y="13"/>
                </a:lnTo>
                <a:lnTo>
                  <a:pt x="26" y="11"/>
                </a:lnTo>
                <a:lnTo>
                  <a:pt x="26" y="9"/>
                </a:lnTo>
                <a:lnTo>
                  <a:pt x="25" y="7"/>
                </a:lnTo>
                <a:lnTo>
                  <a:pt x="24" y="5"/>
                </a:lnTo>
                <a:lnTo>
                  <a:pt x="23" y="4"/>
                </a:lnTo>
                <a:lnTo>
                  <a:pt x="22" y="3"/>
                </a:lnTo>
                <a:lnTo>
                  <a:pt x="21" y="2"/>
                </a:lnTo>
                <a:lnTo>
                  <a:pt x="19" y="1"/>
                </a:lnTo>
                <a:lnTo>
                  <a:pt x="18" y="1"/>
                </a:lnTo>
                <a:lnTo>
                  <a:pt x="16" y="0"/>
                </a:lnTo>
                <a:lnTo>
                  <a:pt x="15" y="0"/>
                </a:lnTo>
                <a:lnTo>
                  <a:pt x="13" y="1"/>
                </a:lnTo>
                <a:lnTo>
                  <a:pt x="12" y="1"/>
                </a:lnTo>
                <a:lnTo>
                  <a:pt x="11" y="2"/>
                </a:lnTo>
                <a:lnTo>
                  <a:pt x="10" y="3"/>
                </a:lnTo>
                <a:lnTo>
                  <a:pt x="9" y="4"/>
                </a:lnTo>
                <a:lnTo>
                  <a:pt x="8" y="6"/>
                </a:lnTo>
                <a:lnTo>
                  <a:pt x="7" y="7"/>
                </a:lnTo>
                <a:lnTo>
                  <a:pt x="7" y="8"/>
                </a:lnTo>
                <a:lnTo>
                  <a:pt x="7" y="10"/>
                </a:lnTo>
                <a:lnTo>
                  <a:pt x="7" y="11"/>
                </a:lnTo>
                <a:lnTo>
                  <a:pt x="7" y="12"/>
                </a:lnTo>
                <a:lnTo>
                  <a:pt x="8" y="13"/>
                </a:lnTo>
                <a:lnTo>
                  <a:pt x="8" y="15"/>
                </a:lnTo>
                <a:lnTo>
                  <a:pt x="9" y="15"/>
                </a:lnTo>
                <a:lnTo>
                  <a:pt x="10" y="16"/>
                </a:lnTo>
                <a:lnTo>
                  <a:pt x="11" y="17"/>
                </a:lnTo>
                <a:lnTo>
                  <a:pt x="12" y="17"/>
                </a:lnTo>
                <a:lnTo>
                  <a:pt x="13" y="17"/>
                </a:lnTo>
                <a:lnTo>
                  <a:pt x="14" y="17"/>
                </a:lnTo>
                <a:lnTo>
                  <a:pt x="15" y="17"/>
                </a:lnTo>
                <a:lnTo>
                  <a:pt x="15" y="17"/>
                </a:lnTo>
                <a:lnTo>
                  <a:pt x="16" y="17"/>
                </a:lnTo>
                <a:lnTo>
                  <a:pt x="17" y="16"/>
                </a:lnTo>
                <a:lnTo>
                  <a:pt x="17" y="15"/>
                </a:lnTo>
                <a:lnTo>
                  <a:pt x="18" y="15"/>
                </a:lnTo>
                <a:lnTo>
                  <a:pt x="18" y="14"/>
                </a:lnTo>
                <a:lnTo>
                  <a:pt x="18" y="13"/>
                </a:lnTo>
                <a:lnTo>
                  <a:pt x="19" y="12"/>
                </a:lnTo>
                <a:lnTo>
                  <a:pt x="18" y="12"/>
                </a:lnTo>
                <a:lnTo>
                  <a:pt x="18" y="11"/>
                </a:lnTo>
                <a:lnTo>
                  <a:pt x="18" y="10"/>
                </a:lnTo>
                <a:lnTo>
                  <a:pt x="18" y="10"/>
                </a:lnTo>
                <a:lnTo>
                  <a:pt x="17" y="9"/>
                </a:lnTo>
                <a:lnTo>
                  <a:pt x="17" y="9"/>
                </a:lnTo>
                <a:lnTo>
                  <a:pt x="17" y="9"/>
                </a:lnTo>
                <a:lnTo>
                  <a:pt x="16" y="9"/>
                </a:lnTo>
                <a:lnTo>
                  <a:pt x="16" y="9"/>
                </a:lnTo>
                <a:lnTo>
                  <a:pt x="15" y="9"/>
                </a:lnTo>
                <a:lnTo>
                  <a:pt x="15" y="9"/>
                </a:lnTo>
                <a:lnTo>
                  <a:pt x="15" y="9"/>
                </a:lnTo>
                <a:lnTo>
                  <a:pt x="14" y="9"/>
                </a:lnTo>
                <a:lnTo>
                  <a:pt x="14" y="9"/>
                </a:lnTo>
                <a:lnTo>
                  <a:pt x="14" y="10"/>
                </a:lnTo>
                <a:lnTo>
                  <a:pt x="14" y="10"/>
                </a:lnTo>
                <a:lnTo>
                  <a:pt x="14" y="10"/>
                </a:lnTo>
                <a:lnTo>
                  <a:pt x="14" y="10"/>
                </a:lnTo>
                <a:lnTo>
                  <a:pt x="14" y="11"/>
                </a:lnTo>
                <a:lnTo>
                  <a:pt x="14" y="11"/>
                </a:lnTo>
                <a:lnTo>
                  <a:pt x="14" y="11"/>
                </a:lnTo>
                <a:lnTo>
                  <a:pt x="15" y="11"/>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3779837" y="7464464"/>
            <a:ext cx="761680" cy="257067"/>
          </a:xfrm>
          <a:custGeom>
            <a:avLst/>
            <a:gdLst/>
            <a:ahLst/>
            <a:cxnLst/>
            <a:rect l="l" t="t" r="r" b="b"/>
            <a:pathLst>
              <a:path w="80" h="27">
                <a:moveTo>
                  <a:pt x="0" y="13"/>
                </a:moveTo>
                <a:lnTo>
                  <a:pt x="1" y="15"/>
                </a:lnTo>
                <a:lnTo>
                  <a:pt x="3" y="16"/>
                </a:lnTo>
                <a:lnTo>
                  <a:pt x="4" y="17"/>
                </a:lnTo>
                <a:lnTo>
                  <a:pt x="5" y="19"/>
                </a:lnTo>
                <a:lnTo>
                  <a:pt x="7" y="20"/>
                </a:lnTo>
                <a:lnTo>
                  <a:pt x="8" y="21"/>
                </a:lnTo>
                <a:lnTo>
                  <a:pt x="9" y="22"/>
                </a:lnTo>
                <a:lnTo>
                  <a:pt x="11" y="23"/>
                </a:lnTo>
                <a:lnTo>
                  <a:pt x="12" y="24"/>
                </a:lnTo>
                <a:lnTo>
                  <a:pt x="13" y="25"/>
                </a:lnTo>
                <a:lnTo>
                  <a:pt x="15" y="26"/>
                </a:lnTo>
                <a:lnTo>
                  <a:pt x="16" y="26"/>
                </a:lnTo>
                <a:lnTo>
                  <a:pt x="17" y="27"/>
                </a:lnTo>
                <a:lnTo>
                  <a:pt x="19" y="27"/>
                </a:lnTo>
                <a:lnTo>
                  <a:pt x="20" y="27"/>
                </a:lnTo>
                <a:lnTo>
                  <a:pt x="21" y="27"/>
                </a:lnTo>
                <a:lnTo>
                  <a:pt x="23" y="27"/>
                </a:lnTo>
                <a:lnTo>
                  <a:pt x="24" y="26"/>
                </a:lnTo>
                <a:lnTo>
                  <a:pt x="25" y="26"/>
                </a:lnTo>
                <a:lnTo>
                  <a:pt x="27" y="25"/>
                </a:lnTo>
                <a:lnTo>
                  <a:pt x="28" y="24"/>
                </a:lnTo>
                <a:lnTo>
                  <a:pt x="29" y="23"/>
                </a:lnTo>
                <a:lnTo>
                  <a:pt x="31" y="22"/>
                </a:lnTo>
                <a:lnTo>
                  <a:pt x="32" y="21"/>
                </a:lnTo>
                <a:lnTo>
                  <a:pt x="33" y="20"/>
                </a:lnTo>
                <a:lnTo>
                  <a:pt x="35" y="19"/>
                </a:lnTo>
                <a:lnTo>
                  <a:pt x="36" y="17"/>
                </a:lnTo>
                <a:lnTo>
                  <a:pt x="37" y="16"/>
                </a:lnTo>
                <a:lnTo>
                  <a:pt x="39" y="15"/>
                </a:lnTo>
                <a:lnTo>
                  <a:pt x="40" y="13"/>
                </a:lnTo>
                <a:lnTo>
                  <a:pt x="41" y="12"/>
                </a:lnTo>
                <a:lnTo>
                  <a:pt x="43" y="10"/>
                </a:lnTo>
                <a:lnTo>
                  <a:pt x="44" y="9"/>
                </a:lnTo>
                <a:lnTo>
                  <a:pt x="45" y="8"/>
                </a:lnTo>
                <a:lnTo>
                  <a:pt x="47" y="7"/>
                </a:lnTo>
                <a:lnTo>
                  <a:pt x="48" y="5"/>
                </a:lnTo>
                <a:lnTo>
                  <a:pt x="49" y="4"/>
                </a:lnTo>
                <a:lnTo>
                  <a:pt x="51" y="3"/>
                </a:lnTo>
                <a:lnTo>
                  <a:pt x="52" y="2"/>
                </a:lnTo>
                <a:lnTo>
                  <a:pt x="53" y="2"/>
                </a:lnTo>
                <a:lnTo>
                  <a:pt x="55" y="1"/>
                </a:lnTo>
                <a:lnTo>
                  <a:pt x="56" y="0"/>
                </a:lnTo>
                <a:lnTo>
                  <a:pt x="57" y="0"/>
                </a:lnTo>
                <a:lnTo>
                  <a:pt x="59" y="0"/>
                </a:lnTo>
                <a:lnTo>
                  <a:pt x="60" y="0"/>
                </a:lnTo>
                <a:lnTo>
                  <a:pt x="61" y="0"/>
                </a:lnTo>
                <a:lnTo>
                  <a:pt x="63" y="0"/>
                </a:lnTo>
                <a:lnTo>
                  <a:pt x="64" y="0"/>
                </a:lnTo>
                <a:lnTo>
                  <a:pt x="65" y="1"/>
                </a:lnTo>
                <a:lnTo>
                  <a:pt x="67" y="2"/>
                </a:lnTo>
                <a:lnTo>
                  <a:pt x="68" y="2"/>
                </a:lnTo>
                <a:lnTo>
                  <a:pt x="69" y="3"/>
                </a:lnTo>
                <a:lnTo>
                  <a:pt x="71" y="4"/>
                </a:lnTo>
                <a:lnTo>
                  <a:pt x="72" y="5"/>
                </a:lnTo>
                <a:lnTo>
                  <a:pt x="73" y="7"/>
                </a:lnTo>
                <a:lnTo>
                  <a:pt x="75" y="8"/>
                </a:lnTo>
                <a:lnTo>
                  <a:pt x="76" y="9"/>
                </a:lnTo>
                <a:lnTo>
                  <a:pt x="77" y="10"/>
                </a:lnTo>
                <a:lnTo>
                  <a:pt x="79" y="12"/>
                </a:lnTo>
                <a:lnTo>
                  <a:pt x="80" y="13"/>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a:off x="4189240" y="7378775"/>
            <a:ext cx="247546" cy="247546"/>
          </a:xfrm>
          <a:custGeom>
            <a:avLst/>
            <a:gdLst/>
            <a:ahLst/>
            <a:cxnLst/>
            <a:rect l="l" t="t" r="r" b="b"/>
            <a:pathLst>
              <a:path w="26" h="26">
                <a:moveTo>
                  <a:pt x="26" y="11"/>
                </a:moveTo>
                <a:lnTo>
                  <a:pt x="26" y="14"/>
                </a:lnTo>
                <a:lnTo>
                  <a:pt x="25" y="16"/>
                </a:lnTo>
                <a:lnTo>
                  <a:pt x="24" y="18"/>
                </a:lnTo>
                <a:lnTo>
                  <a:pt x="23" y="20"/>
                </a:lnTo>
                <a:lnTo>
                  <a:pt x="21" y="22"/>
                </a:lnTo>
                <a:lnTo>
                  <a:pt x="20" y="24"/>
                </a:lnTo>
                <a:lnTo>
                  <a:pt x="18" y="25"/>
                </a:lnTo>
                <a:lnTo>
                  <a:pt x="16" y="26"/>
                </a:lnTo>
                <a:lnTo>
                  <a:pt x="13" y="26"/>
                </a:lnTo>
                <a:lnTo>
                  <a:pt x="11" y="26"/>
                </a:lnTo>
                <a:lnTo>
                  <a:pt x="9" y="25"/>
                </a:lnTo>
                <a:lnTo>
                  <a:pt x="7" y="25"/>
                </a:lnTo>
                <a:lnTo>
                  <a:pt x="6" y="24"/>
                </a:lnTo>
                <a:lnTo>
                  <a:pt x="4" y="22"/>
                </a:lnTo>
                <a:lnTo>
                  <a:pt x="3" y="21"/>
                </a:lnTo>
                <a:lnTo>
                  <a:pt x="2" y="19"/>
                </a:lnTo>
                <a:lnTo>
                  <a:pt x="1" y="17"/>
                </a:lnTo>
                <a:lnTo>
                  <a:pt x="0" y="15"/>
                </a:lnTo>
                <a:lnTo>
                  <a:pt x="0" y="13"/>
                </a:lnTo>
                <a:lnTo>
                  <a:pt x="0" y="11"/>
                </a:lnTo>
                <a:lnTo>
                  <a:pt x="0" y="9"/>
                </a:lnTo>
                <a:lnTo>
                  <a:pt x="1" y="7"/>
                </a:lnTo>
                <a:lnTo>
                  <a:pt x="2" y="5"/>
                </a:lnTo>
                <a:lnTo>
                  <a:pt x="3" y="4"/>
                </a:lnTo>
                <a:lnTo>
                  <a:pt x="4" y="3"/>
                </a:lnTo>
                <a:lnTo>
                  <a:pt x="5" y="2"/>
                </a:lnTo>
                <a:lnTo>
                  <a:pt x="7" y="1"/>
                </a:lnTo>
                <a:lnTo>
                  <a:pt x="8" y="1"/>
                </a:lnTo>
                <a:lnTo>
                  <a:pt x="10" y="0"/>
                </a:lnTo>
                <a:lnTo>
                  <a:pt x="11" y="0"/>
                </a:lnTo>
                <a:lnTo>
                  <a:pt x="13" y="1"/>
                </a:lnTo>
                <a:lnTo>
                  <a:pt x="14" y="1"/>
                </a:lnTo>
                <a:lnTo>
                  <a:pt x="15" y="2"/>
                </a:lnTo>
                <a:lnTo>
                  <a:pt x="16" y="3"/>
                </a:lnTo>
                <a:lnTo>
                  <a:pt x="17" y="4"/>
                </a:lnTo>
                <a:lnTo>
                  <a:pt x="18" y="6"/>
                </a:lnTo>
                <a:lnTo>
                  <a:pt x="19" y="7"/>
                </a:lnTo>
                <a:lnTo>
                  <a:pt x="19" y="8"/>
                </a:lnTo>
                <a:lnTo>
                  <a:pt x="19" y="10"/>
                </a:lnTo>
                <a:lnTo>
                  <a:pt x="19" y="11"/>
                </a:lnTo>
                <a:lnTo>
                  <a:pt x="19" y="12"/>
                </a:lnTo>
                <a:lnTo>
                  <a:pt x="18" y="13"/>
                </a:lnTo>
                <a:lnTo>
                  <a:pt x="18" y="15"/>
                </a:lnTo>
                <a:lnTo>
                  <a:pt x="17" y="15"/>
                </a:lnTo>
                <a:lnTo>
                  <a:pt x="16" y="16"/>
                </a:lnTo>
                <a:lnTo>
                  <a:pt x="15" y="17"/>
                </a:lnTo>
                <a:lnTo>
                  <a:pt x="14" y="17"/>
                </a:lnTo>
                <a:lnTo>
                  <a:pt x="13" y="17"/>
                </a:lnTo>
                <a:lnTo>
                  <a:pt x="12" y="17"/>
                </a:lnTo>
                <a:lnTo>
                  <a:pt x="11" y="17"/>
                </a:lnTo>
                <a:lnTo>
                  <a:pt x="11" y="17"/>
                </a:lnTo>
                <a:lnTo>
                  <a:pt x="10" y="17"/>
                </a:lnTo>
                <a:lnTo>
                  <a:pt x="9" y="16"/>
                </a:lnTo>
                <a:lnTo>
                  <a:pt x="9" y="15"/>
                </a:lnTo>
                <a:lnTo>
                  <a:pt x="8" y="15"/>
                </a:lnTo>
                <a:lnTo>
                  <a:pt x="8" y="14"/>
                </a:lnTo>
                <a:lnTo>
                  <a:pt x="8" y="13"/>
                </a:lnTo>
                <a:lnTo>
                  <a:pt x="7" y="12"/>
                </a:lnTo>
                <a:lnTo>
                  <a:pt x="8" y="12"/>
                </a:lnTo>
                <a:lnTo>
                  <a:pt x="8" y="11"/>
                </a:lnTo>
                <a:lnTo>
                  <a:pt x="8" y="10"/>
                </a:lnTo>
                <a:lnTo>
                  <a:pt x="8" y="10"/>
                </a:lnTo>
                <a:lnTo>
                  <a:pt x="9" y="9"/>
                </a:lnTo>
                <a:lnTo>
                  <a:pt x="9" y="9"/>
                </a:lnTo>
                <a:lnTo>
                  <a:pt x="9" y="9"/>
                </a:lnTo>
                <a:lnTo>
                  <a:pt x="10" y="9"/>
                </a:lnTo>
                <a:lnTo>
                  <a:pt x="10" y="9"/>
                </a:lnTo>
                <a:lnTo>
                  <a:pt x="11" y="9"/>
                </a:lnTo>
                <a:lnTo>
                  <a:pt x="11" y="9"/>
                </a:lnTo>
                <a:lnTo>
                  <a:pt x="11" y="9"/>
                </a:lnTo>
                <a:lnTo>
                  <a:pt x="12" y="9"/>
                </a:lnTo>
                <a:lnTo>
                  <a:pt x="12" y="9"/>
                </a:lnTo>
                <a:lnTo>
                  <a:pt x="12" y="10"/>
                </a:lnTo>
                <a:lnTo>
                  <a:pt x="12" y="10"/>
                </a:lnTo>
                <a:lnTo>
                  <a:pt x="12" y="10"/>
                </a:lnTo>
                <a:lnTo>
                  <a:pt x="12" y="10"/>
                </a:lnTo>
                <a:lnTo>
                  <a:pt x="12" y="11"/>
                </a:lnTo>
                <a:lnTo>
                  <a:pt x="12" y="11"/>
                </a:lnTo>
                <a:lnTo>
                  <a:pt x="12" y="11"/>
                </a:lnTo>
                <a:lnTo>
                  <a:pt x="11" y="11"/>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a:off x="1132999" y="342756"/>
            <a:ext cx="5293676" cy="3351392"/>
          </a:xfrm>
          <a:custGeom>
            <a:avLst/>
            <a:gdLst/>
            <a:ahLst/>
            <a:cxnLst/>
            <a:rect l="l" t="t" r="r" b="b"/>
            <a:pathLst>
              <a:path w="556" h="352">
                <a:moveTo>
                  <a:pt x="556" y="176"/>
                </a:moveTo>
                <a:lnTo>
                  <a:pt x="556" y="179"/>
                </a:lnTo>
                <a:lnTo>
                  <a:pt x="556" y="182"/>
                </a:lnTo>
                <a:lnTo>
                  <a:pt x="556" y="185"/>
                </a:lnTo>
                <a:lnTo>
                  <a:pt x="555" y="188"/>
                </a:lnTo>
                <a:lnTo>
                  <a:pt x="555" y="191"/>
                </a:lnTo>
                <a:lnTo>
                  <a:pt x="554" y="194"/>
                </a:lnTo>
                <a:lnTo>
                  <a:pt x="554" y="197"/>
                </a:lnTo>
                <a:lnTo>
                  <a:pt x="553" y="200"/>
                </a:lnTo>
                <a:lnTo>
                  <a:pt x="553" y="204"/>
                </a:lnTo>
                <a:lnTo>
                  <a:pt x="552" y="207"/>
                </a:lnTo>
                <a:lnTo>
                  <a:pt x="551" y="210"/>
                </a:lnTo>
                <a:lnTo>
                  <a:pt x="550" y="213"/>
                </a:lnTo>
                <a:lnTo>
                  <a:pt x="549" y="216"/>
                </a:lnTo>
                <a:lnTo>
                  <a:pt x="548" y="219"/>
                </a:lnTo>
                <a:lnTo>
                  <a:pt x="547" y="222"/>
                </a:lnTo>
                <a:lnTo>
                  <a:pt x="545" y="225"/>
                </a:lnTo>
                <a:lnTo>
                  <a:pt x="544" y="227"/>
                </a:lnTo>
                <a:lnTo>
                  <a:pt x="542" y="230"/>
                </a:lnTo>
                <a:lnTo>
                  <a:pt x="541" y="233"/>
                </a:lnTo>
                <a:lnTo>
                  <a:pt x="539" y="236"/>
                </a:lnTo>
                <a:lnTo>
                  <a:pt x="538" y="239"/>
                </a:lnTo>
                <a:lnTo>
                  <a:pt x="536" y="242"/>
                </a:lnTo>
                <a:lnTo>
                  <a:pt x="534" y="245"/>
                </a:lnTo>
                <a:lnTo>
                  <a:pt x="532" y="248"/>
                </a:lnTo>
                <a:lnTo>
                  <a:pt x="530" y="250"/>
                </a:lnTo>
                <a:lnTo>
                  <a:pt x="528" y="253"/>
                </a:lnTo>
                <a:lnTo>
                  <a:pt x="526" y="256"/>
                </a:lnTo>
                <a:lnTo>
                  <a:pt x="523" y="259"/>
                </a:lnTo>
                <a:lnTo>
                  <a:pt x="521" y="261"/>
                </a:lnTo>
                <a:lnTo>
                  <a:pt x="519" y="264"/>
                </a:lnTo>
                <a:lnTo>
                  <a:pt x="516" y="267"/>
                </a:lnTo>
                <a:lnTo>
                  <a:pt x="514" y="269"/>
                </a:lnTo>
                <a:lnTo>
                  <a:pt x="511" y="272"/>
                </a:lnTo>
                <a:lnTo>
                  <a:pt x="508" y="274"/>
                </a:lnTo>
                <a:lnTo>
                  <a:pt x="506" y="277"/>
                </a:lnTo>
                <a:lnTo>
                  <a:pt x="503" y="279"/>
                </a:lnTo>
                <a:lnTo>
                  <a:pt x="500" y="282"/>
                </a:lnTo>
                <a:lnTo>
                  <a:pt x="497" y="284"/>
                </a:lnTo>
                <a:lnTo>
                  <a:pt x="494" y="287"/>
                </a:lnTo>
                <a:lnTo>
                  <a:pt x="491" y="289"/>
                </a:lnTo>
                <a:lnTo>
                  <a:pt x="488" y="291"/>
                </a:lnTo>
                <a:lnTo>
                  <a:pt x="485" y="294"/>
                </a:lnTo>
                <a:lnTo>
                  <a:pt x="481" y="296"/>
                </a:lnTo>
                <a:lnTo>
                  <a:pt x="478" y="298"/>
                </a:lnTo>
                <a:lnTo>
                  <a:pt x="475" y="300"/>
                </a:lnTo>
                <a:lnTo>
                  <a:pt x="471" y="303"/>
                </a:lnTo>
                <a:lnTo>
                  <a:pt x="468" y="305"/>
                </a:lnTo>
                <a:lnTo>
                  <a:pt x="464" y="307"/>
                </a:lnTo>
                <a:lnTo>
                  <a:pt x="460" y="309"/>
                </a:lnTo>
                <a:lnTo>
                  <a:pt x="457" y="311"/>
                </a:lnTo>
                <a:lnTo>
                  <a:pt x="453" y="313"/>
                </a:lnTo>
                <a:lnTo>
                  <a:pt x="449" y="315"/>
                </a:lnTo>
                <a:lnTo>
                  <a:pt x="445" y="317"/>
                </a:lnTo>
                <a:lnTo>
                  <a:pt x="441" y="318"/>
                </a:lnTo>
                <a:lnTo>
                  <a:pt x="437" y="320"/>
                </a:lnTo>
                <a:lnTo>
                  <a:pt x="433" y="322"/>
                </a:lnTo>
                <a:lnTo>
                  <a:pt x="429" y="324"/>
                </a:lnTo>
                <a:lnTo>
                  <a:pt x="425" y="325"/>
                </a:lnTo>
                <a:lnTo>
                  <a:pt x="421" y="327"/>
                </a:lnTo>
                <a:lnTo>
                  <a:pt x="417" y="328"/>
                </a:lnTo>
                <a:lnTo>
                  <a:pt x="413" y="330"/>
                </a:lnTo>
                <a:lnTo>
                  <a:pt x="409" y="331"/>
                </a:lnTo>
                <a:lnTo>
                  <a:pt x="404" y="333"/>
                </a:lnTo>
                <a:lnTo>
                  <a:pt x="400" y="334"/>
                </a:lnTo>
                <a:lnTo>
                  <a:pt x="395" y="336"/>
                </a:lnTo>
                <a:lnTo>
                  <a:pt x="391" y="337"/>
                </a:lnTo>
                <a:lnTo>
                  <a:pt x="387" y="338"/>
                </a:lnTo>
                <a:lnTo>
                  <a:pt x="382" y="339"/>
                </a:lnTo>
                <a:lnTo>
                  <a:pt x="378" y="340"/>
                </a:lnTo>
                <a:lnTo>
                  <a:pt x="373" y="341"/>
                </a:lnTo>
                <a:lnTo>
                  <a:pt x="369" y="342"/>
                </a:lnTo>
                <a:lnTo>
                  <a:pt x="364" y="343"/>
                </a:lnTo>
                <a:lnTo>
                  <a:pt x="359" y="344"/>
                </a:lnTo>
                <a:lnTo>
                  <a:pt x="355" y="345"/>
                </a:lnTo>
                <a:lnTo>
                  <a:pt x="350" y="346"/>
                </a:lnTo>
                <a:lnTo>
                  <a:pt x="345" y="347"/>
                </a:lnTo>
                <a:lnTo>
                  <a:pt x="341" y="347"/>
                </a:lnTo>
                <a:lnTo>
                  <a:pt x="336" y="348"/>
                </a:lnTo>
                <a:lnTo>
                  <a:pt x="331" y="349"/>
                </a:lnTo>
                <a:lnTo>
                  <a:pt x="326" y="349"/>
                </a:lnTo>
                <a:lnTo>
                  <a:pt x="321" y="350"/>
                </a:lnTo>
                <a:lnTo>
                  <a:pt x="317" y="350"/>
                </a:lnTo>
                <a:lnTo>
                  <a:pt x="312" y="351"/>
                </a:lnTo>
                <a:lnTo>
                  <a:pt x="307" y="351"/>
                </a:lnTo>
                <a:lnTo>
                  <a:pt x="302" y="351"/>
                </a:lnTo>
                <a:lnTo>
                  <a:pt x="297" y="352"/>
                </a:lnTo>
                <a:lnTo>
                  <a:pt x="293" y="352"/>
                </a:lnTo>
                <a:lnTo>
                  <a:pt x="288" y="352"/>
                </a:lnTo>
                <a:lnTo>
                  <a:pt x="283" y="352"/>
                </a:lnTo>
                <a:lnTo>
                  <a:pt x="278" y="352"/>
                </a:lnTo>
                <a:lnTo>
                  <a:pt x="273" y="352"/>
                </a:lnTo>
                <a:lnTo>
                  <a:pt x="268" y="352"/>
                </a:lnTo>
                <a:lnTo>
                  <a:pt x="263" y="352"/>
                </a:lnTo>
                <a:lnTo>
                  <a:pt x="259" y="352"/>
                </a:lnTo>
                <a:lnTo>
                  <a:pt x="254" y="351"/>
                </a:lnTo>
                <a:lnTo>
                  <a:pt x="249" y="351"/>
                </a:lnTo>
                <a:lnTo>
                  <a:pt x="244" y="351"/>
                </a:lnTo>
                <a:lnTo>
                  <a:pt x="239" y="350"/>
                </a:lnTo>
                <a:lnTo>
                  <a:pt x="235" y="350"/>
                </a:lnTo>
                <a:lnTo>
                  <a:pt x="230" y="349"/>
                </a:lnTo>
                <a:lnTo>
                  <a:pt x="225" y="349"/>
                </a:lnTo>
                <a:lnTo>
                  <a:pt x="220" y="348"/>
                </a:lnTo>
                <a:lnTo>
                  <a:pt x="215" y="347"/>
                </a:lnTo>
                <a:lnTo>
                  <a:pt x="211" y="347"/>
                </a:lnTo>
                <a:lnTo>
                  <a:pt x="206" y="346"/>
                </a:lnTo>
                <a:lnTo>
                  <a:pt x="201" y="345"/>
                </a:lnTo>
                <a:lnTo>
                  <a:pt x="197" y="344"/>
                </a:lnTo>
                <a:lnTo>
                  <a:pt x="192" y="343"/>
                </a:lnTo>
                <a:lnTo>
                  <a:pt x="187" y="342"/>
                </a:lnTo>
                <a:lnTo>
                  <a:pt x="183" y="341"/>
                </a:lnTo>
                <a:lnTo>
                  <a:pt x="178" y="340"/>
                </a:lnTo>
                <a:lnTo>
                  <a:pt x="174" y="339"/>
                </a:lnTo>
                <a:lnTo>
                  <a:pt x="169" y="338"/>
                </a:lnTo>
                <a:lnTo>
                  <a:pt x="165" y="337"/>
                </a:lnTo>
                <a:lnTo>
                  <a:pt x="161" y="336"/>
                </a:lnTo>
                <a:lnTo>
                  <a:pt x="156" y="334"/>
                </a:lnTo>
                <a:lnTo>
                  <a:pt x="152" y="333"/>
                </a:lnTo>
                <a:lnTo>
                  <a:pt x="147" y="331"/>
                </a:lnTo>
                <a:lnTo>
                  <a:pt x="143" y="330"/>
                </a:lnTo>
                <a:lnTo>
                  <a:pt x="139" y="328"/>
                </a:lnTo>
                <a:lnTo>
                  <a:pt x="135" y="327"/>
                </a:lnTo>
                <a:lnTo>
                  <a:pt x="131" y="325"/>
                </a:lnTo>
                <a:lnTo>
                  <a:pt x="127" y="324"/>
                </a:lnTo>
                <a:lnTo>
                  <a:pt x="123" y="322"/>
                </a:lnTo>
                <a:lnTo>
                  <a:pt x="119" y="320"/>
                </a:lnTo>
                <a:lnTo>
                  <a:pt x="115" y="318"/>
                </a:lnTo>
                <a:lnTo>
                  <a:pt x="111" y="317"/>
                </a:lnTo>
                <a:lnTo>
                  <a:pt x="107" y="315"/>
                </a:lnTo>
                <a:lnTo>
                  <a:pt x="103" y="313"/>
                </a:lnTo>
                <a:lnTo>
                  <a:pt x="99" y="311"/>
                </a:lnTo>
                <a:lnTo>
                  <a:pt x="96" y="309"/>
                </a:lnTo>
                <a:lnTo>
                  <a:pt x="92" y="307"/>
                </a:lnTo>
                <a:lnTo>
                  <a:pt x="88" y="305"/>
                </a:lnTo>
                <a:lnTo>
                  <a:pt x="85" y="303"/>
                </a:lnTo>
                <a:lnTo>
                  <a:pt x="81" y="300"/>
                </a:lnTo>
                <a:lnTo>
                  <a:pt x="78" y="298"/>
                </a:lnTo>
                <a:lnTo>
                  <a:pt x="75" y="296"/>
                </a:lnTo>
                <a:lnTo>
                  <a:pt x="71" y="294"/>
                </a:lnTo>
                <a:lnTo>
                  <a:pt x="68" y="291"/>
                </a:lnTo>
                <a:lnTo>
                  <a:pt x="65" y="289"/>
                </a:lnTo>
                <a:lnTo>
                  <a:pt x="62" y="287"/>
                </a:lnTo>
                <a:lnTo>
                  <a:pt x="59" y="284"/>
                </a:lnTo>
                <a:lnTo>
                  <a:pt x="56" y="282"/>
                </a:lnTo>
                <a:lnTo>
                  <a:pt x="53" y="279"/>
                </a:lnTo>
                <a:lnTo>
                  <a:pt x="50" y="277"/>
                </a:lnTo>
                <a:lnTo>
                  <a:pt x="48" y="274"/>
                </a:lnTo>
                <a:lnTo>
                  <a:pt x="45" y="272"/>
                </a:lnTo>
                <a:lnTo>
                  <a:pt x="42" y="269"/>
                </a:lnTo>
                <a:lnTo>
                  <a:pt x="40" y="267"/>
                </a:lnTo>
                <a:lnTo>
                  <a:pt x="37" y="264"/>
                </a:lnTo>
                <a:lnTo>
                  <a:pt x="35" y="261"/>
                </a:lnTo>
                <a:lnTo>
                  <a:pt x="33" y="259"/>
                </a:lnTo>
                <a:lnTo>
                  <a:pt x="30" y="256"/>
                </a:lnTo>
                <a:lnTo>
                  <a:pt x="28" y="253"/>
                </a:lnTo>
                <a:lnTo>
                  <a:pt x="26" y="250"/>
                </a:lnTo>
                <a:lnTo>
                  <a:pt x="24" y="248"/>
                </a:lnTo>
                <a:lnTo>
                  <a:pt x="22" y="245"/>
                </a:lnTo>
                <a:lnTo>
                  <a:pt x="20" y="242"/>
                </a:lnTo>
                <a:lnTo>
                  <a:pt x="18" y="239"/>
                </a:lnTo>
                <a:lnTo>
                  <a:pt x="17" y="236"/>
                </a:lnTo>
                <a:lnTo>
                  <a:pt x="15" y="233"/>
                </a:lnTo>
                <a:lnTo>
                  <a:pt x="14" y="230"/>
                </a:lnTo>
                <a:lnTo>
                  <a:pt x="12" y="227"/>
                </a:lnTo>
                <a:lnTo>
                  <a:pt x="11" y="225"/>
                </a:lnTo>
                <a:lnTo>
                  <a:pt x="9" y="222"/>
                </a:lnTo>
                <a:lnTo>
                  <a:pt x="8" y="219"/>
                </a:lnTo>
                <a:lnTo>
                  <a:pt x="7" y="216"/>
                </a:lnTo>
                <a:lnTo>
                  <a:pt x="6" y="213"/>
                </a:lnTo>
                <a:lnTo>
                  <a:pt x="5" y="210"/>
                </a:lnTo>
                <a:lnTo>
                  <a:pt x="4" y="207"/>
                </a:lnTo>
                <a:lnTo>
                  <a:pt x="3" y="204"/>
                </a:lnTo>
                <a:lnTo>
                  <a:pt x="3" y="200"/>
                </a:lnTo>
                <a:lnTo>
                  <a:pt x="2" y="197"/>
                </a:lnTo>
                <a:lnTo>
                  <a:pt x="2" y="194"/>
                </a:lnTo>
                <a:lnTo>
                  <a:pt x="1" y="191"/>
                </a:lnTo>
                <a:lnTo>
                  <a:pt x="1" y="188"/>
                </a:lnTo>
                <a:lnTo>
                  <a:pt x="0" y="185"/>
                </a:lnTo>
                <a:lnTo>
                  <a:pt x="0" y="182"/>
                </a:lnTo>
                <a:lnTo>
                  <a:pt x="0" y="179"/>
                </a:lnTo>
                <a:lnTo>
                  <a:pt x="0" y="176"/>
                </a:lnTo>
                <a:lnTo>
                  <a:pt x="0" y="173"/>
                </a:lnTo>
                <a:lnTo>
                  <a:pt x="0" y="170"/>
                </a:lnTo>
                <a:lnTo>
                  <a:pt x="0" y="167"/>
                </a:lnTo>
                <a:lnTo>
                  <a:pt x="1" y="164"/>
                </a:lnTo>
                <a:lnTo>
                  <a:pt x="1" y="161"/>
                </a:lnTo>
                <a:lnTo>
                  <a:pt x="2" y="158"/>
                </a:lnTo>
                <a:lnTo>
                  <a:pt x="2" y="155"/>
                </a:lnTo>
                <a:lnTo>
                  <a:pt x="3" y="152"/>
                </a:lnTo>
                <a:lnTo>
                  <a:pt x="3" y="148"/>
                </a:lnTo>
                <a:lnTo>
                  <a:pt x="4" y="145"/>
                </a:lnTo>
                <a:lnTo>
                  <a:pt x="5" y="142"/>
                </a:lnTo>
                <a:lnTo>
                  <a:pt x="6" y="139"/>
                </a:lnTo>
                <a:lnTo>
                  <a:pt x="7" y="136"/>
                </a:lnTo>
                <a:lnTo>
                  <a:pt x="8" y="133"/>
                </a:lnTo>
                <a:lnTo>
                  <a:pt x="9" y="130"/>
                </a:lnTo>
                <a:lnTo>
                  <a:pt x="11" y="127"/>
                </a:lnTo>
                <a:lnTo>
                  <a:pt x="12" y="125"/>
                </a:lnTo>
                <a:lnTo>
                  <a:pt x="14" y="122"/>
                </a:lnTo>
                <a:lnTo>
                  <a:pt x="15" y="119"/>
                </a:lnTo>
                <a:lnTo>
                  <a:pt x="17" y="116"/>
                </a:lnTo>
                <a:lnTo>
                  <a:pt x="18" y="113"/>
                </a:lnTo>
                <a:lnTo>
                  <a:pt x="20" y="110"/>
                </a:lnTo>
                <a:lnTo>
                  <a:pt x="22" y="107"/>
                </a:lnTo>
                <a:lnTo>
                  <a:pt x="24" y="104"/>
                </a:lnTo>
                <a:lnTo>
                  <a:pt x="26" y="102"/>
                </a:lnTo>
                <a:lnTo>
                  <a:pt x="28" y="99"/>
                </a:lnTo>
                <a:lnTo>
                  <a:pt x="30" y="96"/>
                </a:lnTo>
                <a:lnTo>
                  <a:pt x="33" y="93"/>
                </a:lnTo>
                <a:lnTo>
                  <a:pt x="35" y="91"/>
                </a:lnTo>
                <a:lnTo>
                  <a:pt x="37" y="88"/>
                </a:lnTo>
                <a:lnTo>
                  <a:pt x="40" y="85"/>
                </a:lnTo>
                <a:lnTo>
                  <a:pt x="42" y="83"/>
                </a:lnTo>
                <a:lnTo>
                  <a:pt x="45" y="80"/>
                </a:lnTo>
                <a:lnTo>
                  <a:pt x="48" y="78"/>
                </a:lnTo>
                <a:lnTo>
                  <a:pt x="50" y="75"/>
                </a:lnTo>
                <a:lnTo>
                  <a:pt x="53" y="73"/>
                </a:lnTo>
                <a:lnTo>
                  <a:pt x="56" y="70"/>
                </a:lnTo>
                <a:lnTo>
                  <a:pt x="59" y="68"/>
                </a:lnTo>
                <a:lnTo>
                  <a:pt x="62" y="65"/>
                </a:lnTo>
                <a:lnTo>
                  <a:pt x="65" y="63"/>
                </a:lnTo>
                <a:lnTo>
                  <a:pt x="68" y="61"/>
                </a:lnTo>
                <a:lnTo>
                  <a:pt x="71" y="58"/>
                </a:lnTo>
                <a:lnTo>
                  <a:pt x="75" y="56"/>
                </a:lnTo>
                <a:lnTo>
                  <a:pt x="78" y="54"/>
                </a:lnTo>
                <a:lnTo>
                  <a:pt x="81" y="52"/>
                </a:lnTo>
                <a:lnTo>
                  <a:pt x="85" y="49"/>
                </a:lnTo>
                <a:lnTo>
                  <a:pt x="88" y="47"/>
                </a:lnTo>
                <a:lnTo>
                  <a:pt x="92" y="45"/>
                </a:lnTo>
                <a:lnTo>
                  <a:pt x="96" y="43"/>
                </a:lnTo>
                <a:lnTo>
                  <a:pt x="99" y="41"/>
                </a:lnTo>
                <a:lnTo>
                  <a:pt x="103" y="39"/>
                </a:lnTo>
                <a:lnTo>
                  <a:pt x="107" y="37"/>
                </a:lnTo>
                <a:lnTo>
                  <a:pt x="111" y="35"/>
                </a:lnTo>
                <a:lnTo>
                  <a:pt x="115" y="34"/>
                </a:lnTo>
                <a:lnTo>
                  <a:pt x="119" y="32"/>
                </a:lnTo>
                <a:lnTo>
                  <a:pt x="123" y="30"/>
                </a:lnTo>
                <a:lnTo>
                  <a:pt x="127" y="28"/>
                </a:lnTo>
                <a:lnTo>
                  <a:pt x="131" y="27"/>
                </a:lnTo>
                <a:lnTo>
                  <a:pt x="135" y="25"/>
                </a:lnTo>
                <a:lnTo>
                  <a:pt x="139" y="24"/>
                </a:lnTo>
                <a:lnTo>
                  <a:pt x="143" y="22"/>
                </a:lnTo>
                <a:lnTo>
                  <a:pt x="147" y="21"/>
                </a:lnTo>
                <a:lnTo>
                  <a:pt x="152" y="19"/>
                </a:lnTo>
                <a:lnTo>
                  <a:pt x="156" y="18"/>
                </a:lnTo>
                <a:lnTo>
                  <a:pt x="161" y="16"/>
                </a:lnTo>
                <a:lnTo>
                  <a:pt x="165" y="15"/>
                </a:lnTo>
                <a:lnTo>
                  <a:pt x="169" y="14"/>
                </a:lnTo>
                <a:lnTo>
                  <a:pt x="174" y="13"/>
                </a:lnTo>
                <a:lnTo>
                  <a:pt x="178" y="12"/>
                </a:lnTo>
                <a:lnTo>
                  <a:pt x="183" y="11"/>
                </a:lnTo>
                <a:lnTo>
                  <a:pt x="187" y="10"/>
                </a:lnTo>
                <a:lnTo>
                  <a:pt x="192" y="9"/>
                </a:lnTo>
                <a:lnTo>
                  <a:pt x="197" y="8"/>
                </a:lnTo>
                <a:lnTo>
                  <a:pt x="201" y="7"/>
                </a:lnTo>
                <a:lnTo>
                  <a:pt x="206" y="6"/>
                </a:lnTo>
                <a:lnTo>
                  <a:pt x="211" y="5"/>
                </a:lnTo>
                <a:lnTo>
                  <a:pt x="215" y="5"/>
                </a:lnTo>
                <a:lnTo>
                  <a:pt x="220" y="4"/>
                </a:lnTo>
                <a:lnTo>
                  <a:pt x="225" y="3"/>
                </a:lnTo>
                <a:lnTo>
                  <a:pt x="230" y="3"/>
                </a:lnTo>
                <a:lnTo>
                  <a:pt x="235" y="2"/>
                </a:lnTo>
                <a:lnTo>
                  <a:pt x="239" y="2"/>
                </a:lnTo>
                <a:lnTo>
                  <a:pt x="244" y="1"/>
                </a:lnTo>
                <a:lnTo>
                  <a:pt x="249" y="1"/>
                </a:lnTo>
                <a:lnTo>
                  <a:pt x="254" y="1"/>
                </a:lnTo>
                <a:lnTo>
                  <a:pt x="259" y="0"/>
                </a:lnTo>
                <a:lnTo>
                  <a:pt x="263" y="0"/>
                </a:lnTo>
                <a:lnTo>
                  <a:pt x="268" y="0"/>
                </a:lnTo>
                <a:lnTo>
                  <a:pt x="273" y="0"/>
                </a:lnTo>
                <a:lnTo>
                  <a:pt x="278" y="0"/>
                </a:lnTo>
                <a:lnTo>
                  <a:pt x="283" y="0"/>
                </a:lnTo>
                <a:lnTo>
                  <a:pt x="288" y="0"/>
                </a:lnTo>
                <a:lnTo>
                  <a:pt x="293" y="0"/>
                </a:lnTo>
                <a:lnTo>
                  <a:pt x="297" y="0"/>
                </a:lnTo>
                <a:lnTo>
                  <a:pt x="302" y="1"/>
                </a:lnTo>
                <a:lnTo>
                  <a:pt x="307" y="1"/>
                </a:lnTo>
                <a:lnTo>
                  <a:pt x="312" y="1"/>
                </a:lnTo>
                <a:lnTo>
                  <a:pt x="317" y="2"/>
                </a:lnTo>
                <a:lnTo>
                  <a:pt x="321" y="2"/>
                </a:lnTo>
                <a:lnTo>
                  <a:pt x="326" y="3"/>
                </a:lnTo>
                <a:lnTo>
                  <a:pt x="331" y="3"/>
                </a:lnTo>
                <a:lnTo>
                  <a:pt x="336" y="4"/>
                </a:lnTo>
                <a:lnTo>
                  <a:pt x="341" y="5"/>
                </a:lnTo>
                <a:lnTo>
                  <a:pt x="345" y="5"/>
                </a:lnTo>
                <a:lnTo>
                  <a:pt x="350" y="6"/>
                </a:lnTo>
                <a:lnTo>
                  <a:pt x="355" y="7"/>
                </a:lnTo>
                <a:lnTo>
                  <a:pt x="359" y="8"/>
                </a:lnTo>
                <a:lnTo>
                  <a:pt x="364" y="9"/>
                </a:lnTo>
                <a:lnTo>
                  <a:pt x="369" y="10"/>
                </a:lnTo>
                <a:lnTo>
                  <a:pt x="373" y="11"/>
                </a:lnTo>
                <a:lnTo>
                  <a:pt x="378" y="12"/>
                </a:lnTo>
                <a:lnTo>
                  <a:pt x="382" y="13"/>
                </a:lnTo>
                <a:lnTo>
                  <a:pt x="387" y="14"/>
                </a:lnTo>
                <a:lnTo>
                  <a:pt x="391" y="15"/>
                </a:lnTo>
                <a:lnTo>
                  <a:pt x="395" y="16"/>
                </a:lnTo>
                <a:lnTo>
                  <a:pt x="400" y="18"/>
                </a:lnTo>
                <a:lnTo>
                  <a:pt x="404" y="19"/>
                </a:lnTo>
                <a:lnTo>
                  <a:pt x="409" y="21"/>
                </a:lnTo>
                <a:lnTo>
                  <a:pt x="413" y="22"/>
                </a:lnTo>
                <a:lnTo>
                  <a:pt x="417" y="24"/>
                </a:lnTo>
                <a:lnTo>
                  <a:pt x="421" y="25"/>
                </a:lnTo>
                <a:lnTo>
                  <a:pt x="425" y="27"/>
                </a:lnTo>
                <a:lnTo>
                  <a:pt x="429" y="28"/>
                </a:lnTo>
                <a:lnTo>
                  <a:pt x="433" y="30"/>
                </a:lnTo>
                <a:lnTo>
                  <a:pt x="437" y="32"/>
                </a:lnTo>
                <a:lnTo>
                  <a:pt x="441" y="34"/>
                </a:lnTo>
                <a:lnTo>
                  <a:pt x="445" y="35"/>
                </a:lnTo>
                <a:lnTo>
                  <a:pt x="449" y="37"/>
                </a:lnTo>
                <a:lnTo>
                  <a:pt x="453" y="39"/>
                </a:lnTo>
                <a:lnTo>
                  <a:pt x="457" y="41"/>
                </a:lnTo>
                <a:lnTo>
                  <a:pt x="460" y="43"/>
                </a:lnTo>
                <a:lnTo>
                  <a:pt x="464" y="45"/>
                </a:lnTo>
                <a:lnTo>
                  <a:pt x="468" y="47"/>
                </a:lnTo>
                <a:lnTo>
                  <a:pt x="471" y="49"/>
                </a:lnTo>
                <a:lnTo>
                  <a:pt x="475" y="52"/>
                </a:lnTo>
                <a:lnTo>
                  <a:pt x="478" y="54"/>
                </a:lnTo>
                <a:lnTo>
                  <a:pt x="481" y="56"/>
                </a:lnTo>
                <a:lnTo>
                  <a:pt x="485" y="58"/>
                </a:lnTo>
                <a:lnTo>
                  <a:pt x="488" y="61"/>
                </a:lnTo>
                <a:lnTo>
                  <a:pt x="491" y="63"/>
                </a:lnTo>
                <a:lnTo>
                  <a:pt x="494" y="65"/>
                </a:lnTo>
                <a:lnTo>
                  <a:pt x="497" y="68"/>
                </a:lnTo>
                <a:lnTo>
                  <a:pt x="500" y="70"/>
                </a:lnTo>
                <a:lnTo>
                  <a:pt x="503" y="73"/>
                </a:lnTo>
                <a:lnTo>
                  <a:pt x="506" y="75"/>
                </a:lnTo>
                <a:lnTo>
                  <a:pt x="508" y="78"/>
                </a:lnTo>
                <a:lnTo>
                  <a:pt x="511" y="80"/>
                </a:lnTo>
                <a:lnTo>
                  <a:pt x="514" y="83"/>
                </a:lnTo>
                <a:lnTo>
                  <a:pt x="516" y="85"/>
                </a:lnTo>
                <a:lnTo>
                  <a:pt x="519" y="88"/>
                </a:lnTo>
                <a:lnTo>
                  <a:pt x="521" y="91"/>
                </a:lnTo>
                <a:lnTo>
                  <a:pt x="523" y="93"/>
                </a:lnTo>
                <a:lnTo>
                  <a:pt x="526" y="96"/>
                </a:lnTo>
                <a:lnTo>
                  <a:pt x="528" y="99"/>
                </a:lnTo>
                <a:lnTo>
                  <a:pt x="530" y="102"/>
                </a:lnTo>
                <a:lnTo>
                  <a:pt x="532" y="104"/>
                </a:lnTo>
                <a:lnTo>
                  <a:pt x="534" y="107"/>
                </a:lnTo>
                <a:lnTo>
                  <a:pt x="536" y="110"/>
                </a:lnTo>
                <a:lnTo>
                  <a:pt x="538" y="113"/>
                </a:lnTo>
                <a:lnTo>
                  <a:pt x="539" y="116"/>
                </a:lnTo>
                <a:lnTo>
                  <a:pt x="541" y="119"/>
                </a:lnTo>
                <a:lnTo>
                  <a:pt x="542" y="122"/>
                </a:lnTo>
                <a:lnTo>
                  <a:pt x="544" y="125"/>
                </a:lnTo>
                <a:lnTo>
                  <a:pt x="545" y="127"/>
                </a:lnTo>
                <a:lnTo>
                  <a:pt x="547" y="130"/>
                </a:lnTo>
                <a:lnTo>
                  <a:pt x="548" y="133"/>
                </a:lnTo>
                <a:lnTo>
                  <a:pt x="549" y="136"/>
                </a:lnTo>
                <a:lnTo>
                  <a:pt x="550" y="139"/>
                </a:lnTo>
                <a:lnTo>
                  <a:pt x="551" y="142"/>
                </a:lnTo>
                <a:lnTo>
                  <a:pt x="552" y="145"/>
                </a:lnTo>
                <a:lnTo>
                  <a:pt x="553" y="148"/>
                </a:lnTo>
                <a:lnTo>
                  <a:pt x="553" y="152"/>
                </a:lnTo>
                <a:lnTo>
                  <a:pt x="554" y="155"/>
                </a:lnTo>
                <a:lnTo>
                  <a:pt x="554" y="158"/>
                </a:lnTo>
                <a:lnTo>
                  <a:pt x="555" y="161"/>
                </a:lnTo>
                <a:lnTo>
                  <a:pt x="555" y="164"/>
                </a:lnTo>
                <a:lnTo>
                  <a:pt x="556" y="167"/>
                </a:lnTo>
                <a:lnTo>
                  <a:pt x="556" y="170"/>
                </a:lnTo>
                <a:lnTo>
                  <a:pt x="556" y="173"/>
                </a:lnTo>
                <a:lnTo>
                  <a:pt x="556" y="176"/>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a:off x="1228209" y="437966"/>
            <a:ext cx="5103256" cy="3160972"/>
          </a:xfrm>
          <a:custGeom>
            <a:avLst/>
            <a:gdLst/>
            <a:ahLst/>
            <a:cxnLst/>
            <a:rect l="l" t="t" r="r" b="b"/>
            <a:pathLst>
              <a:path w="536" h="332">
                <a:moveTo>
                  <a:pt x="536" y="166"/>
                </a:moveTo>
                <a:lnTo>
                  <a:pt x="536" y="169"/>
                </a:lnTo>
                <a:lnTo>
                  <a:pt x="536" y="172"/>
                </a:lnTo>
                <a:lnTo>
                  <a:pt x="536" y="175"/>
                </a:lnTo>
                <a:lnTo>
                  <a:pt x="535" y="178"/>
                </a:lnTo>
                <a:lnTo>
                  <a:pt x="535" y="180"/>
                </a:lnTo>
                <a:lnTo>
                  <a:pt x="535" y="183"/>
                </a:lnTo>
                <a:lnTo>
                  <a:pt x="534" y="186"/>
                </a:lnTo>
                <a:lnTo>
                  <a:pt x="533" y="189"/>
                </a:lnTo>
                <a:lnTo>
                  <a:pt x="533" y="192"/>
                </a:lnTo>
                <a:lnTo>
                  <a:pt x="532" y="195"/>
                </a:lnTo>
                <a:lnTo>
                  <a:pt x="531" y="198"/>
                </a:lnTo>
                <a:lnTo>
                  <a:pt x="530" y="201"/>
                </a:lnTo>
                <a:lnTo>
                  <a:pt x="529" y="203"/>
                </a:lnTo>
                <a:lnTo>
                  <a:pt x="528" y="206"/>
                </a:lnTo>
                <a:lnTo>
                  <a:pt x="527" y="209"/>
                </a:lnTo>
                <a:lnTo>
                  <a:pt x="526" y="212"/>
                </a:lnTo>
                <a:lnTo>
                  <a:pt x="524" y="215"/>
                </a:lnTo>
                <a:lnTo>
                  <a:pt x="523" y="217"/>
                </a:lnTo>
                <a:lnTo>
                  <a:pt x="521" y="220"/>
                </a:lnTo>
                <a:lnTo>
                  <a:pt x="520" y="223"/>
                </a:lnTo>
                <a:lnTo>
                  <a:pt x="518" y="225"/>
                </a:lnTo>
                <a:lnTo>
                  <a:pt x="516" y="228"/>
                </a:lnTo>
                <a:lnTo>
                  <a:pt x="515" y="231"/>
                </a:lnTo>
                <a:lnTo>
                  <a:pt x="513" y="234"/>
                </a:lnTo>
                <a:lnTo>
                  <a:pt x="511" y="236"/>
                </a:lnTo>
                <a:lnTo>
                  <a:pt x="509" y="239"/>
                </a:lnTo>
                <a:lnTo>
                  <a:pt x="507" y="241"/>
                </a:lnTo>
                <a:lnTo>
                  <a:pt x="505" y="244"/>
                </a:lnTo>
                <a:lnTo>
                  <a:pt x="502" y="246"/>
                </a:lnTo>
                <a:lnTo>
                  <a:pt x="500" y="249"/>
                </a:lnTo>
                <a:lnTo>
                  <a:pt x="498" y="251"/>
                </a:lnTo>
                <a:lnTo>
                  <a:pt x="495" y="254"/>
                </a:lnTo>
                <a:lnTo>
                  <a:pt x="493" y="256"/>
                </a:lnTo>
                <a:lnTo>
                  <a:pt x="490" y="259"/>
                </a:lnTo>
                <a:lnTo>
                  <a:pt x="488" y="261"/>
                </a:lnTo>
                <a:lnTo>
                  <a:pt x="485" y="264"/>
                </a:lnTo>
                <a:lnTo>
                  <a:pt x="482" y="266"/>
                </a:lnTo>
                <a:lnTo>
                  <a:pt x="479" y="268"/>
                </a:lnTo>
                <a:lnTo>
                  <a:pt x="476" y="270"/>
                </a:lnTo>
                <a:lnTo>
                  <a:pt x="473" y="273"/>
                </a:lnTo>
                <a:lnTo>
                  <a:pt x="470" y="275"/>
                </a:lnTo>
                <a:lnTo>
                  <a:pt x="467" y="277"/>
                </a:lnTo>
                <a:lnTo>
                  <a:pt x="464" y="279"/>
                </a:lnTo>
                <a:lnTo>
                  <a:pt x="461" y="281"/>
                </a:lnTo>
                <a:lnTo>
                  <a:pt x="458" y="283"/>
                </a:lnTo>
                <a:lnTo>
                  <a:pt x="454" y="285"/>
                </a:lnTo>
                <a:lnTo>
                  <a:pt x="451" y="287"/>
                </a:lnTo>
                <a:lnTo>
                  <a:pt x="447" y="289"/>
                </a:lnTo>
                <a:lnTo>
                  <a:pt x="444" y="291"/>
                </a:lnTo>
                <a:lnTo>
                  <a:pt x="440" y="293"/>
                </a:lnTo>
                <a:lnTo>
                  <a:pt x="437" y="295"/>
                </a:lnTo>
                <a:lnTo>
                  <a:pt x="433" y="297"/>
                </a:lnTo>
                <a:lnTo>
                  <a:pt x="429" y="299"/>
                </a:lnTo>
                <a:lnTo>
                  <a:pt x="426" y="300"/>
                </a:lnTo>
                <a:lnTo>
                  <a:pt x="422" y="302"/>
                </a:lnTo>
                <a:lnTo>
                  <a:pt x="418" y="304"/>
                </a:lnTo>
                <a:lnTo>
                  <a:pt x="414" y="305"/>
                </a:lnTo>
                <a:lnTo>
                  <a:pt x="410" y="307"/>
                </a:lnTo>
                <a:lnTo>
                  <a:pt x="406" y="308"/>
                </a:lnTo>
                <a:lnTo>
                  <a:pt x="402" y="310"/>
                </a:lnTo>
                <a:lnTo>
                  <a:pt x="398" y="311"/>
                </a:lnTo>
                <a:lnTo>
                  <a:pt x="394" y="313"/>
                </a:lnTo>
                <a:lnTo>
                  <a:pt x="390" y="314"/>
                </a:lnTo>
                <a:lnTo>
                  <a:pt x="385" y="315"/>
                </a:lnTo>
                <a:lnTo>
                  <a:pt x="381" y="316"/>
                </a:lnTo>
                <a:lnTo>
                  <a:pt x="377" y="318"/>
                </a:lnTo>
                <a:lnTo>
                  <a:pt x="373" y="319"/>
                </a:lnTo>
                <a:lnTo>
                  <a:pt x="368" y="320"/>
                </a:lnTo>
                <a:lnTo>
                  <a:pt x="364" y="321"/>
                </a:lnTo>
                <a:lnTo>
                  <a:pt x="360" y="322"/>
                </a:lnTo>
                <a:lnTo>
                  <a:pt x="355" y="323"/>
                </a:lnTo>
                <a:lnTo>
                  <a:pt x="351" y="324"/>
                </a:lnTo>
                <a:lnTo>
                  <a:pt x="346" y="325"/>
                </a:lnTo>
                <a:lnTo>
                  <a:pt x="342" y="326"/>
                </a:lnTo>
                <a:lnTo>
                  <a:pt x="337" y="326"/>
                </a:lnTo>
                <a:lnTo>
                  <a:pt x="333" y="327"/>
                </a:lnTo>
                <a:lnTo>
                  <a:pt x="328" y="328"/>
                </a:lnTo>
                <a:lnTo>
                  <a:pt x="324" y="328"/>
                </a:lnTo>
                <a:lnTo>
                  <a:pt x="319" y="329"/>
                </a:lnTo>
                <a:lnTo>
                  <a:pt x="315" y="329"/>
                </a:lnTo>
                <a:lnTo>
                  <a:pt x="310" y="330"/>
                </a:lnTo>
                <a:lnTo>
                  <a:pt x="305" y="330"/>
                </a:lnTo>
                <a:lnTo>
                  <a:pt x="301" y="331"/>
                </a:lnTo>
                <a:lnTo>
                  <a:pt x="296" y="331"/>
                </a:lnTo>
                <a:lnTo>
                  <a:pt x="291" y="331"/>
                </a:lnTo>
                <a:lnTo>
                  <a:pt x="287" y="332"/>
                </a:lnTo>
                <a:lnTo>
                  <a:pt x="282" y="332"/>
                </a:lnTo>
                <a:lnTo>
                  <a:pt x="277" y="332"/>
                </a:lnTo>
                <a:lnTo>
                  <a:pt x="273" y="332"/>
                </a:lnTo>
                <a:lnTo>
                  <a:pt x="268" y="332"/>
                </a:lnTo>
                <a:lnTo>
                  <a:pt x="263" y="332"/>
                </a:lnTo>
                <a:lnTo>
                  <a:pt x="259" y="332"/>
                </a:lnTo>
                <a:lnTo>
                  <a:pt x="254" y="332"/>
                </a:lnTo>
                <a:lnTo>
                  <a:pt x="249" y="332"/>
                </a:lnTo>
                <a:lnTo>
                  <a:pt x="245" y="331"/>
                </a:lnTo>
                <a:lnTo>
                  <a:pt x="240" y="331"/>
                </a:lnTo>
                <a:lnTo>
                  <a:pt x="235" y="331"/>
                </a:lnTo>
                <a:lnTo>
                  <a:pt x="231" y="330"/>
                </a:lnTo>
                <a:lnTo>
                  <a:pt x="226" y="330"/>
                </a:lnTo>
                <a:lnTo>
                  <a:pt x="221" y="329"/>
                </a:lnTo>
                <a:lnTo>
                  <a:pt x="217" y="329"/>
                </a:lnTo>
                <a:lnTo>
                  <a:pt x="212" y="328"/>
                </a:lnTo>
                <a:lnTo>
                  <a:pt x="208" y="328"/>
                </a:lnTo>
                <a:lnTo>
                  <a:pt x="203" y="327"/>
                </a:lnTo>
                <a:lnTo>
                  <a:pt x="199" y="326"/>
                </a:lnTo>
                <a:lnTo>
                  <a:pt x="194" y="326"/>
                </a:lnTo>
                <a:lnTo>
                  <a:pt x="190" y="325"/>
                </a:lnTo>
                <a:lnTo>
                  <a:pt x="185" y="324"/>
                </a:lnTo>
                <a:lnTo>
                  <a:pt x="181" y="323"/>
                </a:lnTo>
                <a:lnTo>
                  <a:pt x="176" y="322"/>
                </a:lnTo>
                <a:lnTo>
                  <a:pt x="172" y="321"/>
                </a:lnTo>
                <a:lnTo>
                  <a:pt x="168" y="320"/>
                </a:lnTo>
                <a:lnTo>
                  <a:pt x="163" y="319"/>
                </a:lnTo>
                <a:lnTo>
                  <a:pt x="159" y="318"/>
                </a:lnTo>
                <a:lnTo>
                  <a:pt x="155" y="316"/>
                </a:lnTo>
                <a:lnTo>
                  <a:pt x="151" y="315"/>
                </a:lnTo>
                <a:lnTo>
                  <a:pt x="146" y="314"/>
                </a:lnTo>
                <a:lnTo>
                  <a:pt x="142" y="313"/>
                </a:lnTo>
                <a:lnTo>
                  <a:pt x="138" y="311"/>
                </a:lnTo>
                <a:lnTo>
                  <a:pt x="134" y="310"/>
                </a:lnTo>
                <a:lnTo>
                  <a:pt x="130" y="308"/>
                </a:lnTo>
                <a:lnTo>
                  <a:pt x="126" y="307"/>
                </a:lnTo>
                <a:lnTo>
                  <a:pt x="122" y="305"/>
                </a:lnTo>
                <a:lnTo>
                  <a:pt x="118" y="304"/>
                </a:lnTo>
                <a:lnTo>
                  <a:pt x="114" y="302"/>
                </a:lnTo>
                <a:lnTo>
                  <a:pt x="110" y="300"/>
                </a:lnTo>
                <a:lnTo>
                  <a:pt x="107" y="299"/>
                </a:lnTo>
                <a:lnTo>
                  <a:pt x="103" y="297"/>
                </a:lnTo>
                <a:lnTo>
                  <a:pt x="99" y="295"/>
                </a:lnTo>
                <a:lnTo>
                  <a:pt x="96" y="293"/>
                </a:lnTo>
                <a:lnTo>
                  <a:pt x="92" y="291"/>
                </a:lnTo>
                <a:lnTo>
                  <a:pt x="89" y="289"/>
                </a:lnTo>
                <a:lnTo>
                  <a:pt x="85" y="287"/>
                </a:lnTo>
                <a:lnTo>
                  <a:pt x="82" y="285"/>
                </a:lnTo>
                <a:lnTo>
                  <a:pt x="78" y="283"/>
                </a:lnTo>
                <a:lnTo>
                  <a:pt x="75" y="281"/>
                </a:lnTo>
                <a:lnTo>
                  <a:pt x="72" y="279"/>
                </a:lnTo>
                <a:lnTo>
                  <a:pt x="69" y="277"/>
                </a:lnTo>
                <a:lnTo>
                  <a:pt x="66" y="275"/>
                </a:lnTo>
                <a:lnTo>
                  <a:pt x="63" y="273"/>
                </a:lnTo>
                <a:lnTo>
                  <a:pt x="60" y="270"/>
                </a:lnTo>
                <a:lnTo>
                  <a:pt x="57" y="268"/>
                </a:lnTo>
                <a:lnTo>
                  <a:pt x="54" y="266"/>
                </a:lnTo>
                <a:lnTo>
                  <a:pt x="51" y="264"/>
                </a:lnTo>
                <a:lnTo>
                  <a:pt x="48" y="261"/>
                </a:lnTo>
                <a:lnTo>
                  <a:pt x="46" y="259"/>
                </a:lnTo>
                <a:lnTo>
                  <a:pt x="43" y="256"/>
                </a:lnTo>
                <a:lnTo>
                  <a:pt x="41" y="254"/>
                </a:lnTo>
                <a:lnTo>
                  <a:pt x="38" y="251"/>
                </a:lnTo>
                <a:lnTo>
                  <a:pt x="36" y="249"/>
                </a:lnTo>
                <a:lnTo>
                  <a:pt x="34" y="246"/>
                </a:lnTo>
                <a:lnTo>
                  <a:pt x="31" y="244"/>
                </a:lnTo>
                <a:lnTo>
                  <a:pt x="29" y="241"/>
                </a:lnTo>
                <a:lnTo>
                  <a:pt x="27" y="239"/>
                </a:lnTo>
                <a:lnTo>
                  <a:pt x="25" y="236"/>
                </a:lnTo>
                <a:lnTo>
                  <a:pt x="23" y="234"/>
                </a:lnTo>
                <a:lnTo>
                  <a:pt x="21" y="231"/>
                </a:lnTo>
                <a:lnTo>
                  <a:pt x="20" y="228"/>
                </a:lnTo>
                <a:lnTo>
                  <a:pt x="18" y="225"/>
                </a:lnTo>
                <a:lnTo>
                  <a:pt x="16" y="223"/>
                </a:lnTo>
                <a:lnTo>
                  <a:pt x="15" y="220"/>
                </a:lnTo>
                <a:lnTo>
                  <a:pt x="13" y="217"/>
                </a:lnTo>
                <a:lnTo>
                  <a:pt x="12" y="215"/>
                </a:lnTo>
                <a:lnTo>
                  <a:pt x="10" y="212"/>
                </a:lnTo>
                <a:lnTo>
                  <a:pt x="9" y="209"/>
                </a:lnTo>
                <a:lnTo>
                  <a:pt x="8" y="206"/>
                </a:lnTo>
                <a:lnTo>
                  <a:pt x="7" y="203"/>
                </a:lnTo>
                <a:lnTo>
                  <a:pt x="6" y="201"/>
                </a:lnTo>
                <a:lnTo>
                  <a:pt x="5" y="198"/>
                </a:lnTo>
                <a:lnTo>
                  <a:pt x="4" y="195"/>
                </a:lnTo>
                <a:lnTo>
                  <a:pt x="3" y="192"/>
                </a:lnTo>
                <a:lnTo>
                  <a:pt x="3" y="189"/>
                </a:lnTo>
                <a:lnTo>
                  <a:pt x="2" y="186"/>
                </a:lnTo>
                <a:lnTo>
                  <a:pt x="1" y="183"/>
                </a:lnTo>
                <a:lnTo>
                  <a:pt x="1" y="180"/>
                </a:lnTo>
                <a:lnTo>
                  <a:pt x="1" y="178"/>
                </a:lnTo>
                <a:lnTo>
                  <a:pt x="0" y="175"/>
                </a:lnTo>
                <a:lnTo>
                  <a:pt x="0" y="172"/>
                </a:lnTo>
                <a:lnTo>
                  <a:pt x="0" y="169"/>
                </a:lnTo>
                <a:lnTo>
                  <a:pt x="0" y="166"/>
                </a:lnTo>
                <a:lnTo>
                  <a:pt x="0" y="163"/>
                </a:lnTo>
                <a:lnTo>
                  <a:pt x="0" y="160"/>
                </a:lnTo>
                <a:lnTo>
                  <a:pt x="0" y="157"/>
                </a:lnTo>
                <a:lnTo>
                  <a:pt x="1" y="154"/>
                </a:lnTo>
                <a:lnTo>
                  <a:pt x="1" y="152"/>
                </a:lnTo>
                <a:lnTo>
                  <a:pt x="1" y="149"/>
                </a:lnTo>
                <a:lnTo>
                  <a:pt x="2" y="146"/>
                </a:lnTo>
                <a:lnTo>
                  <a:pt x="3" y="143"/>
                </a:lnTo>
                <a:lnTo>
                  <a:pt x="3" y="140"/>
                </a:lnTo>
                <a:lnTo>
                  <a:pt x="4" y="137"/>
                </a:lnTo>
                <a:lnTo>
                  <a:pt x="5" y="134"/>
                </a:lnTo>
                <a:lnTo>
                  <a:pt x="6" y="131"/>
                </a:lnTo>
                <a:lnTo>
                  <a:pt x="7" y="129"/>
                </a:lnTo>
                <a:lnTo>
                  <a:pt x="8" y="126"/>
                </a:lnTo>
                <a:lnTo>
                  <a:pt x="9" y="123"/>
                </a:lnTo>
                <a:lnTo>
                  <a:pt x="10" y="120"/>
                </a:lnTo>
                <a:lnTo>
                  <a:pt x="12" y="117"/>
                </a:lnTo>
                <a:lnTo>
                  <a:pt x="13" y="115"/>
                </a:lnTo>
                <a:lnTo>
                  <a:pt x="15" y="112"/>
                </a:lnTo>
                <a:lnTo>
                  <a:pt x="16" y="109"/>
                </a:lnTo>
                <a:lnTo>
                  <a:pt x="18" y="107"/>
                </a:lnTo>
                <a:lnTo>
                  <a:pt x="20" y="104"/>
                </a:lnTo>
                <a:lnTo>
                  <a:pt x="21" y="101"/>
                </a:lnTo>
                <a:lnTo>
                  <a:pt x="23" y="98"/>
                </a:lnTo>
                <a:lnTo>
                  <a:pt x="25" y="96"/>
                </a:lnTo>
                <a:lnTo>
                  <a:pt x="27" y="93"/>
                </a:lnTo>
                <a:lnTo>
                  <a:pt x="29" y="91"/>
                </a:lnTo>
                <a:lnTo>
                  <a:pt x="31" y="88"/>
                </a:lnTo>
                <a:lnTo>
                  <a:pt x="34" y="86"/>
                </a:lnTo>
                <a:lnTo>
                  <a:pt x="36" y="83"/>
                </a:lnTo>
                <a:lnTo>
                  <a:pt x="38" y="81"/>
                </a:lnTo>
                <a:lnTo>
                  <a:pt x="41" y="78"/>
                </a:lnTo>
                <a:lnTo>
                  <a:pt x="43" y="76"/>
                </a:lnTo>
                <a:lnTo>
                  <a:pt x="46" y="73"/>
                </a:lnTo>
                <a:lnTo>
                  <a:pt x="48" y="71"/>
                </a:lnTo>
                <a:lnTo>
                  <a:pt x="51" y="68"/>
                </a:lnTo>
                <a:lnTo>
                  <a:pt x="54" y="66"/>
                </a:lnTo>
                <a:lnTo>
                  <a:pt x="57" y="64"/>
                </a:lnTo>
                <a:lnTo>
                  <a:pt x="60" y="62"/>
                </a:lnTo>
                <a:lnTo>
                  <a:pt x="63" y="59"/>
                </a:lnTo>
                <a:lnTo>
                  <a:pt x="66" y="57"/>
                </a:lnTo>
                <a:lnTo>
                  <a:pt x="69" y="55"/>
                </a:lnTo>
                <a:lnTo>
                  <a:pt x="72" y="53"/>
                </a:lnTo>
                <a:lnTo>
                  <a:pt x="75" y="51"/>
                </a:lnTo>
                <a:lnTo>
                  <a:pt x="78" y="49"/>
                </a:lnTo>
                <a:lnTo>
                  <a:pt x="82" y="47"/>
                </a:lnTo>
                <a:lnTo>
                  <a:pt x="85" y="45"/>
                </a:lnTo>
                <a:lnTo>
                  <a:pt x="89" y="43"/>
                </a:lnTo>
                <a:lnTo>
                  <a:pt x="92" y="41"/>
                </a:lnTo>
                <a:lnTo>
                  <a:pt x="96" y="39"/>
                </a:lnTo>
                <a:lnTo>
                  <a:pt x="99" y="37"/>
                </a:lnTo>
                <a:lnTo>
                  <a:pt x="103" y="35"/>
                </a:lnTo>
                <a:lnTo>
                  <a:pt x="107" y="33"/>
                </a:lnTo>
                <a:lnTo>
                  <a:pt x="110" y="32"/>
                </a:lnTo>
                <a:lnTo>
                  <a:pt x="114" y="30"/>
                </a:lnTo>
                <a:lnTo>
                  <a:pt x="118" y="28"/>
                </a:lnTo>
                <a:lnTo>
                  <a:pt x="122" y="27"/>
                </a:lnTo>
                <a:lnTo>
                  <a:pt x="126" y="25"/>
                </a:lnTo>
                <a:lnTo>
                  <a:pt x="130" y="24"/>
                </a:lnTo>
                <a:lnTo>
                  <a:pt x="134" y="22"/>
                </a:lnTo>
                <a:lnTo>
                  <a:pt x="138" y="21"/>
                </a:lnTo>
                <a:lnTo>
                  <a:pt x="142" y="19"/>
                </a:lnTo>
                <a:lnTo>
                  <a:pt x="146" y="18"/>
                </a:lnTo>
                <a:lnTo>
                  <a:pt x="151" y="17"/>
                </a:lnTo>
                <a:lnTo>
                  <a:pt x="155" y="16"/>
                </a:lnTo>
                <a:lnTo>
                  <a:pt x="159" y="14"/>
                </a:lnTo>
                <a:lnTo>
                  <a:pt x="163" y="13"/>
                </a:lnTo>
                <a:lnTo>
                  <a:pt x="168" y="12"/>
                </a:lnTo>
                <a:lnTo>
                  <a:pt x="172" y="11"/>
                </a:lnTo>
                <a:lnTo>
                  <a:pt x="176" y="10"/>
                </a:lnTo>
                <a:lnTo>
                  <a:pt x="181" y="9"/>
                </a:lnTo>
                <a:lnTo>
                  <a:pt x="185" y="8"/>
                </a:lnTo>
                <a:lnTo>
                  <a:pt x="190" y="7"/>
                </a:lnTo>
                <a:lnTo>
                  <a:pt x="194" y="6"/>
                </a:lnTo>
                <a:lnTo>
                  <a:pt x="199" y="6"/>
                </a:lnTo>
                <a:lnTo>
                  <a:pt x="203" y="5"/>
                </a:lnTo>
                <a:lnTo>
                  <a:pt x="208" y="4"/>
                </a:lnTo>
                <a:lnTo>
                  <a:pt x="212" y="4"/>
                </a:lnTo>
                <a:lnTo>
                  <a:pt x="217" y="3"/>
                </a:lnTo>
                <a:lnTo>
                  <a:pt x="221" y="3"/>
                </a:lnTo>
                <a:lnTo>
                  <a:pt x="226" y="2"/>
                </a:lnTo>
                <a:lnTo>
                  <a:pt x="231" y="2"/>
                </a:lnTo>
                <a:lnTo>
                  <a:pt x="235" y="1"/>
                </a:lnTo>
                <a:lnTo>
                  <a:pt x="240" y="1"/>
                </a:lnTo>
                <a:lnTo>
                  <a:pt x="245" y="1"/>
                </a:lnTo>
                <a:lnTo>
                  <a:pt x="249" y="0"/>
                </a:lnTo>
                <a:lnTo>
                  <a:pt x="254" y="0"/>
                </a:lnTo>
                <a:lnTo>
                  <a:pt x="259" y="0"/>
                </a:lnTo>
                <a:lnTo>
                  <a:pt x="263" y="0"/>
                </a:lnTo>
                <a:lnTo>
                  <a:pt x="268" y="0"/>
                </a:lnTo>
                <a:lnTo>
                  <a:pt x="273" y="0"/>
                </a:lnTo>
                <a:lnTo>
                  <a:pt x="277" y="0"/>
                </a:lnTo>
                <a:lnTo>
                  <a:pt x="282" y="0"/>
                </a:lnTo>
                <a:lnTo>
                  <a:pt x="287" y="0"/>
                </a:lnTo>
                <a:lnTo>
                  <a:pt x="291" y="1"/>
                </a:lnTo>
                <a:lnTo>
                  <a:pt x="296" y="1"/>
                </a:lnTo>
                <a:lnTo>
                  <a:pt x="301" y="1"/>
                </a:lnTo>
                <a:lnTo>
                  <a:pt x="305" y="2"/>
                </a:lnTo>
                <a:lnTo>
                  <a:pt x="310" y="2"/>
                </a:lnTo>
                <a:lnTo>
                  <a:pt x="315" y="3"/>
                </a:lnTo>
                <a:lnTo>
                  <a:pt x="319" y="3"/>
                </a:lnTo>
                <a:lnTo>
                  <a:pt x="324" y="4"/>
                </a:lnTo>
                <a:lnTo>
                  <a:pt x="328" y="4"/>
                </a:lnTo>
                <a:lnTo>
                  <a:pt x="333" y="5"/>
                </a:lnTo>
                <a:lnTo>
                  <a:pt x="337" y="6"/>
                </a:lnTo>
                <a:lnTo>
                  <a:pt x="342" y="6"/>
                </a:lnTo>
                <a:lnTo>
                  <a:pt x="346" y="7"/>
                </a:lnTo>
                <a:lnTo>
                  <a:pt x="351" y="8"/>
                </a:lnTo>
                <a:lnTo>
                  <a:pt x="355" y="9"/>
                </a:lnTo>
                <a:lnTo>
                  <a:pt x="360" y="10"/>
                </a:lnTo>
                <a:lnTo>
                  <a:pt x="364" y="11"/>
                </a:lnTo>
                <a:lnTo>
                  <a:pt x="368" y="12"/>
                </a:lnTo>
                <a:lnTo>
                  <a:pt x="373" y="13"/>
                </a:lnTo>
                <a:lnTo>
                  <a:pt x="377" y="14"/>
                </a:lnTo>
                <a:lnTo>
                  <a:pt x="381" y="16"/>
                </a:lnTo>
                <a:lnTo>
                  <a:pt x="385" y="17"/>
                </a:lnTo>
                <a:lnTo>
                  <a:pt x="390" y="18"/>
                </a:lnTo>
                <a:lnTo>
                  <a:pt x="394" y="19"/>
                </a:lnTo>
                <a:lnTo>
                  <a:pt x="398" y="21"/>
                </a:lnTo>
                <a:lnTo>
                  <a:pt x="402" y="22"/>
                </a:lnTo>
                <a:lnTo>
                  <a:pt x="406" y="24"/>
                </a:lnTo>
                <a:lnTo>
                  <a:pt x="410" y="25"/>
                </a:lnTo>
                <a:lnTo>
                  <a:pt x="414" y="27"/>
                </a:lnTo>
                <a:lnTo>
                  <a:pt x="418" y="28"/>
                </a:lnTo>
                <a:lnTo>
                  <a:pt x="422" y="30"/>
                </a:lnTo>
                <a:lnTo>
                  <a:pt x="426" y="32"/>
                </a:lnTo>
                <a:lnTo>
                  <a:pt x="429" y="33"/>
                </a:lnTo>
                <a:lnTo>
                  <a:pt x="433" y="35"/>
                </a:lnTo>
                <a:lnTo>
                  <a:pt x="437" y="37"/>
                </a:lnTo>
                <a:lnTo>
                  <a:pt x="440" y="39"/>
                </a:lnTo>
                <a:lnTo>
                  <a:pt x="444" y="41"/>
                </a:lnTo>
                <a:lnTo>
                  <a:pt x="447" y="43"/>
                </a:lnTo>
                <a:lnTo>
                  <a:pt x="451" y="45"/>
                </a:lnTo>
                <a:lnTo>
                  <a:pt x="454" y="47"/>
                </a:lnTo>
                <a:lnTo>
                  <a:pt x="458" y="49"/>
                </a:lnTo>
                <a:lnTo>
                  <a:pt x="461" y="51"/>
                </a:lnTo>
                <a:lnTo>
                  <a:pt x="464" y="53"/>
                </a:lnTo>
                <a:lnTo>
                  <a:pt x="467" y="55"/>
                </a:lnTo>
                <a:lnTo>
                  <a:pt x="470" y="57"/>
                </a:lnTo>
                <a:lnTo>
                  <a:pt x="473" y="59"/>
                </a:lnTo>
                <a:lnTo>
                  <a:pt x="476" y="62"/>
                </a:lnTo>
                <a:lnTo>
                  <a:pt x="479" y="64"/>
                </a:lnTo>
                <a:lnTo>
                  <a:pt x="482" y="66"/>
                </a:lnTo>
                <a:lnTo>
                  <a:pt x="485" y="68"/>
                </a:lnTo>
                <a:lnTo>
                  <a:pt x="488" y="71"/>
                </a:lnTo>
                <a:lnTo>
                  <a:pt x="490" y="73"/>
                </a:lnTo>
                <a:lnTo>
                  <a:pt x="493" y="76"/>
                </a:lnTo>
                <a:lnTo>
                  <a:pt x="495" y="78"/>
                </a:lnTo>
                <a:lnTo>
                  <a:pt x="498" y="81"/>
                </a:lnTo>
                <a:lnTo>
                  <a:pt x="500" y="83"/>
                </a:lnTo>
                <a:lnTo>
                  <a:pt x="502" y="86"/>
                </a:lnTo>
                <a:lnTo>
                  <a:pt x="505" y="88"/>
                </a:lnTo>
                <a:lnTo>
                  <a:pt x="507" y="91"/>
                </a:lnTo>
                <a:lnTo>
                  <a:pt x="509" y="93"/>
                </a:lnTo>
                <a:lnTo>
                  <a:pt x="511" y="96"/>
                </a:lnTo>
                <a:lnTo>
                  <a:pt x="513" y="98"/>
                </a:lnTo>
                <a:lnTo>
                  <a:pt x="515" y="101"/>
                </a:lnTo>
                <a:lnTo>
                  <a:pt x="516" y="104"/>
                </a:lnTo>
                <a:lnTo>
                  <a:pt x="518" y="107"/>
                </a:lnTo>
                <a:lnTo>
                  <a:pt x="520" y="109"/>
                </a:lnTo>
                <a:lnTo>
                  <a:pt x="521" y="112"/>
                </a:lnTo>
                <a:lnTo>
                  <a:pt x="523" y="115"/>
                </a:lnTo>
                <a:lnTo>
                  <a:pt x="524" y="117"/>
                </a:lnTo>
                <a:lnTo>
                  <a:pt x="526" y="120"/>
                </a:lnTo>
                <a:lnTo>
                  <a:pt x="527" y="123"/>
                </a:lnTo>
                <a:lnTo>
                  <a:pt x="528" y="126"/>
                </a:lnTo>
                <a:lnTo>
                  <a:pt x="529" y="129"/>
                </a:lnTo>
                <a:lnTo>
                  <a:pt x="530" y="131"/>
                </a:lnTo>
                <a:lnTo>
                  <a:pt x="531" y="134"/>
                </a:lnTo>
                <a:lnTo>
                  <a:pt x="532" y="137"/>
                </a:lnTo>
                <a:lnTo>
                  <a:pt x="533" y="140"/>
                </a:lnTo>
                <a:lnTo>
                  <a:pt x="533" y="143"/>
                </a:lnTo>
                <a:lnTo>
                  <a:pt x="534" y="146"/>
                </a:lnTo>
                <a:lnTo>
                  <a:pt x="535" y="149"/>
                </a:lnTo>
                <a:lnTo>
                  <a:pt x="535" y="152"/>
                </a:lnTo>
                <a:lnTo>
                  <a:pt x="535" y="154"/>
                </a:lnTo>
                <a:lnTo>
                  <a:pt x="536" y="157"/>
                </a:lnTo>
                <a:lnTo>
                  <a:pt x="536" y="160"/>
                </a:lnTo>
                <a:lnTo>
                  <a:pt x="536" y="163"/>
                </a:lnTo>
                <a:lnTo>
                  <a:pt x="536" y="166"/>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a:off x="1094915" y="2113662"/>
            <a:ext cx="66647" cy="19042"/>
          </a:xfrm>
          <a:custGeom>
            <a:avLst/>
            <a:gdLst/>
            <a:ahLst/>
            <a:cxnLst/>
            <a:rect l="l" t="t" r="r" b="b"/>
            <a:pathLst>
              <a:path w="7" h="2">
                <a:moveTo>
                  <a:pt x="7" y="2"/>
                </a:moveTo>
                <a:lnTo>
                  <a:pt x="0" y="0"/>
                </a:lnTo>
                <a:lnTo>
                  <a:pt x="7" y="2"/>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1371024" y="1570965"/>
            <a:ext cx="57126" cy="47605"/>
          </a:xfrm>
          <a:custGeom>
            <a:avLst/>
            <a:gdLst/>
            <a:ahLst/>
            <a:cxnLst/>
            <a:rect l="l" t="t" r="r" b="b"/>
            <a:pathLst>
              <a:path w="6" h="5">
                <a:moveTo>
                  <a:pt x="6" y="5"/>
                </a:moveTo>
                <a:lnTo>
                  <a:pt x="0" y="0"/>
                </a:lnTo>
                <a:lnTo>
                  <a:pt x="6" y="5"/>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reeform 17"/>
          <p:cNvSpPr/>
          <p:nvPr/>
        </p:nvSpPr>
        <p:spPr>
          <a:xfrm>
            <a:off x="1818511" y="1104436"/>
            <a:ext cx="38084" cy="66647"/>
          </a:xfrm>
          <a:custGeom>
            <a:avLst/>
            <a:gdLst/>
            <a:ahLst/>
            <a:cxnLst/>
            <a:rect l="l" t="t" r="r" b="b"/>
            <a:pathLst>
              <a:path w="4" h="7">
                <a:moveTo>
                  <a:pt x="4" y="7"/>
                </a:moveTo>
                <a:lnTo>
                  <a:pt x="0" y="0"/>
                </a:lnTo>
                <a:lnTo>
                  <a:pt x="4" y="7"/>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389771" y="752159"/>
            <a:ext cx="28563" cy="76168"/>
          </a:xfrm>
          <a:custGeom>
            <a:avLst/>
            <a:gdLst/>
            <a:ahLst/>
            <a:cxnLst/>
            <a:rect l="l" t="t" r="r" b="b"/>
            <a:pathLst>
              <a:path w="3" h="8">
                <a:moveTo>
                  <a:pt x="3" y="8"/>
                </a:moveTo>
                <a:lnTo>
                  <a:pt x="0" y="0"/>
                </a:lnTo>
                <a:lnTo>
                  <a:pt x="3" y="8"/>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3056241" y="533176"/>
            <a:ext cx="19042" cy="76168"/>
          </a:xfrm>
          <a:custGeom>
            <a:avLst/>
            <a:gdLst/>
            <a:ahLst/>
            <a:cxnLst/>
            <a:rect l="l" t="t" r="r" b="b"/>
            <a:pathLst>
              <a:path w="2" h="8">
                <a:moveTo>
                  <a:pt x="2" y="8"/>
                </a:moveTo>
                <a:lnTo>
                  <a:pt x="0" y="0"/>
                </a:lnTo>
                <a:lnTo>
                  <a:pt x="2" y="8"/>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3779837" y="447487"/>
            <a:ext cx="0" cy="95210"/>
          </a:xfrm>
          <a:custGeom>
            <a:avLst/>
            <a:gdLst/>
            <a:ahLst/>
            <a:cxnLst/>
            <a:rect l="l" t="t" r="r" b="b"/>
            <a:pathLst>
              <a:path w="0" h="10">
                <a:moveTo>
                  <a:pt x="0" y="10"/>
                </a:moveTo>
                <a:lnTo>
                  <a:pt x="0" y="0"/>
                </a:lnTo>
                <a:lnTo>
                  <a:pt x="0" y="1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Freeform 21"/>
          <p:cNvSpPr/>
          <p:nvPr/>
        </p:nvSpPr>
        <p:spPr>
          <a:xfrm>
            <a:off x="4484391" y="533176"/>
            <a:ext cx="19042" cy="76168"/>
          </a:xfrm>
          <a:custGeom>
            <a:avLst/>
            <a:gdLst/>
            <a:ahLst/>
            <a:cxnLst/>
            <a:rect l="l" t="t" r="r" b="b"/>
            <a:pathLst>
              <a:path w="2" h="8">
                <a:moveTo>
                  <a:pt x="0" y="8"/>
                </a:moveTo>
                <a:lnTo>
                  <a:pt x="2" y="0"/>
                </a:lnTo>
                <a:lnTo>
                  <a:pt x="0" y="8"/>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Freeform 22"/>
          <p:cNvSpPr/>
          <p:nvPr/>
        </p:nvSpPr>
        <p:spPr>
          <a:xfrm>
            <a:off x="5141340" y="752159"/>
            <a:ext cx="28563" cy="76168"/>
          </a:xfrm>
          <a:custGeom>
            <a:avLst/>
            <a:gdLst/>
            <a:ahLst/>
            <a:cxnLst/>
            <a:rect l="l" t="t" r="r" b="b"/>
            <a:pathLst>
              <a:path w="3" h="8">
                <a:moveTo>
                  <a:pt x="0" y="8"/>
                </a:moveTo>
                <a:lnTo>
                  <a:pt x="3" y="0"/>
                </a:lnTo>
                <a:lnTo>
                  <a:pt x="0" y="8"/>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Freeform 23"/>
          <p:cNvSpPr/>
          <p:nvPr/>
        </p:nvSpPr>
        <p:spPr>
          <a:xfrm>
            <a:off x="5703079" y="1104436"/>
            <a:ext cx="38084" cy="66647"/>
          </a:xfrm>
          <a:custGeom>
            <a:avLst/>
            <a:gdLst/>
            <a:ahLst/>
            <a:cxnLst/>
            <a:rect l="l" t="t" r="r" b="b"/>
            <a:pathLst>
              <a:path w="4" h="7">
                <a:moveTo>
                  <a:pt x="0" y="7"/>
                </a:moveTo>
                <a:lnTo>
                  <a:pt x="4" y="0"/>
                </a:lnTo>
                <a:lnTo>
                  <a:pt x="0" y="7"/>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reeform 24"/>
          <p:cNvSpPr/>
          <p:nvPr/>
        </p:nvSpPr>
        <p:spPr>
          <a:xfrm>
            <a:off x="6131524" y="1570965"/>
            <a:ext cx="57126" cy="47605"/>
          </a:xfrm>
          <a:custGeom>
            <a:avLst/>
            <a:gdLst/>
            <a:ahLst/>
            <a:cxnLst/>
            <a:rect l="l" t="t" r="r" b="b"/>
            <a:pathLst>
              <a:path w="6" h="5">
                <a:moveTo>
                  <a:pt x="0" y="5"/>
                </a:moveTo>
                <a:lnTo>
                  <a:pt x="6" y="0"/>
                </a:lnTo>
                <a:lnTo>
                  <a:pt x="0" y="5"/>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6398112" y="2113662"/>
            <a:ext cx="66647" cy="19042"/>
          </a:xfrm>
          <a:custGeom>
            <a:avLst/>
            <a:gdLst/>
            <a:ahLst/>
            <a:cxnLst/>
            <a:rect l="l" t="t" r="r" b="b"/>
            <a:pathLst>
              <a:path w="7" h="2">
                <a:moveTo>
                  <a:pt x="0" y="2"/>
                </a:moveTo>
                <a:lnTo>
                  <a:pt x="7" y="0"/>
                </a:lnTo>
                <a:lnTo>
                  <a:pt x="0" y="2"/>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Freeform 26"/>
          <p:cNvSpPr/>
          <p:nvPr/>
        </p:nvSpPr>
        <p:spPr>
          <a:xfrm>
            <a:off x="-190420" y="5312718"/>
            <a:ext cx="1275814" cy="4979483"/>
          </a:xfrm>
          <a:custGeom>
            <a:avLst/>
            <a:gdLst/>
            <a:ahLst/>
            <a:cxnLst/>
            <a:rect l="l" t="t" r="r" b="b"/>
            <a:pathLst>
              <a:path w="134" h="523">
                <a:moveTo>
                  <a:pt x="0" y="523"/>
                </a:moveTo>
                <a:lnTo>
                  <a:pt x="0" y="122"/>
                </a:lnTo>
                <a:lnTo>
                  <a:pt x="0" y="122"/>
                </a:lnTo>
                <a:lnTo>
                  <a:pt x="0" y="120"/>
                </a:lnTo>
                <a:lnTo>
                  <a:pt x="0" y="117"/>
                </a:lnTo>
                <a:lnTo>
                  <a:pt x="0" y="115"/>
                </a:lnTo>
                <a:lnTo>
                  <a:pt x="0" y="113"/>
                </a:lnTo>
                <a:lnTo>
                  <a:pt x="0" y="111"/>
                </a:lnTo>
                <a:lnTo>
                  <a:pt x="0" y="109"/>
                </a:lnTo>
                <a:lnTo>
                  <a:pt x="0" y="107"/>
                </a:lnTo>
                <a:lnTo>
                  <a:pt x="1" y="105"/>
                </a:lnTo>
                <a:lnTo>
                  <a:pt x="1" y="103"/>
                </a:lnTo>
                <a:lnTo>
                  <a:pt x="1" y="100"/>
                </a:lnTo>
                <a:lnTo>
                  <a:pt x="1" y="98"/>
                </a:lnTo>
                <a:lnTo>
                  <a:pt x="1" y="96"/>
                </a:lnTo>
                <a:lnTo>
                  <a:pt x="2" y="94"/>
                </a:lnTo>
                <a:lnTo>
                  <a:pt x="2" y="92"/>
                </a:lnTo>
                <a:lnTo>
                  <a:pt x="2" y="90"/>
                </a:lnTo>
                <a:lnTo>
                  <a:pt x="3" y="88"/>
                </a:lnTo>
                <a:lnTo>
                  <a:pt x="3" y="86"/>
                </a:lnTo>
                <a:lnTo>
                  <a:pt x="3" y="84"/>
                </a:lnTo>
                <a:lnTo>
                  <a:pt x="4" y="82"/>
                </a:lnTo>
                <a:lnTo>
                  <a:pt x="4" y="80"/>
                </a:lnTo>
                <a:lnTo>
                  <a:pt x="4" y="78"/>
                </a:lnTo>
                <a:lnTo>
                  <a:pt x="5" y="76"/>
                </a:lnTo>
                <a:lnTo>
                  <a:pt x="5" y="74"/>
                </a:lnTo>
                <a:lnTo>
                  <a:pt x="6" y="72"/>
                </a:lnTo>
                <a:lnTo>
                  <a:pt x="6" y="70"/>
                </a:lnTo>
                <a:lnTo>
                  <a:pt x="7" y="68"/>
                </a:lnTo>
                <a:lnTo>
                  <a:pt x="7" y="66"/>
                </a:lnTo>
                <a:lnTo>
                  <a:pt x="8" y="64"/>
                </a:lnTo>
                <a:lnTo>
                  <a:pt x="8" y="62"/>
                </a:lnTo>
                <a:lnTo>
                  <a:pt x="9" y="61"/>
                </a:lnTo>
                <a:lnTo>
                  <a:pt x="10" y="59"/>
                </a:lnTo>
                <a:lnTo>
                  <a:pt x="10" y="57"/>
                </a:lnTo>
                <a:lnTo>
                  <a:pt x="11" y="55"/>
                </a:lnTo>
                <a:lnTo>
                  <a:pt x="11" y="53"/>
                </a:lnTo>
                <a:lnTo>
                  <a:pt x="12" y="52"/>
                </a:lnTo>
                <a:lnTo>
                  <a:pt x="13" y="50"/>
                </a:lnTo>
                <a:lnTo>
                  <a:pt x="13" y="48"/>
                </a:lnTo>
                <a:lnTo>
                  <a:pt x="14" y="46"/>
                </a:lnTo>
                <a:lnTo>
                  <a:pt x="15" y="45"/>
                </a:lnTo>
                <a:lnTo>
                  <a:pt x="16" y="43"/>
                </a:lnTo>
                <a:lnTo>
                  <a:pt x="16" y="42"/>
                </a:lnTo>
                <a:lnTo>
                  <a:pt x="17" y="40"/>
                </a:lnTo>
                <a:lnTo>
                  <a:pt x="18" y="38"/>
                </a:lnTo>
                <a:lnTo>
                  <a:pt x="19" y="37"/>
                </a:lnTo>
                <a:lnTo>
                  <a:pt x="20" y="35"/>
                </a:lnTo>
                <a:lnTo>
                  <a:pt x="20" y="34"/>
                </a:lnTo>
                <a:lnTo>
                  <a:pt x="21" y="32"/>
                </a:lnTo>
                <a:lnTo>
                  <a:pt x="22" y="31"/>
                </a:lnTo>
                <a:lnTo>
                  <a:pt x="23" y="30"/>
                </a:lnTo>
                <a:lnTo>
                  <a:pt x="24" y="28"/>
                </a:lnTo>
                <a:lnTo>
                  <a:pt x="25" y="27"/>
                </a:lnTo>
                <a:lnTo>
                  <a:pt x="26" y="25"/>
                </a:lnTo>
                <a:lnTo>
                  <a:pt x="27" y="24"/>
                </a:lnTo>
                <a:lnTo>
                  <a:pt x="28" y="23"/>
                </a:lnTo>
                <a:lnTo>
                  <a:pt x="29" y="22"/>
                </a:lnTo>
                <a:lnTo>
                  <a:pt x="30" y="20"/>
                </a:lnTo>
                <a:lnTo>
                  <a:pt x="31" y="19"/>
                </a:lnTo>
                <a:lnTo>
                  <a:pt x="31" y="18"/>
                </a:lnTo>
                <a:lnTo>
                  <a:pt x="32" y="17"/>
                </a:lnTo>
                <a:lnTo>
                  <a:pt x="33" y="16"/>
                </a:lnTo>
                <a:lnTo>
                  <a:pt x="35" y="15"/>
                </a:lnTo>
                <a:lnTo>
                  <a:pt x="36" y="14"/>
                </a:lnTo>
                <a:lnTo>
                  <a:pt x="37" y="13"/>
                </a:lnTo>
                <a:lnTo>
                  <a:pt x="38" y="12"/>
                </a:lnTo>
                <a:lnTo>
                  <a:pt x="39" y="11"/>
                </a:lnTo>
                <a:lnTo>
                  <a:pt x="40" y="10"/>
                </a:lnTo>
                <a:lnTo>
                  <a:pt x="41" y="9"/>
                </a:lnTo>
                <a:lnTo>
                  <a:pt x="42" y="8"/>
                </a:lnTo>
                <a:lnTo>
                  <a:pt x="43" y="8"/>
                </a:lnTo>
                <a:lnTo>
                  <a:pt x="44" y="7"/>
                </a:lnTo>
                <a:lnTo>
                  <a:pt x="45" y="6"/>
                </a:lnTo>
                <a:lnTo>
                  <a:pt x="46" y="6"/>
                </a:lnTo>
                <a:lnTo>
                  <a:pt x="47" y="5"/>
                </a:lnTo>
                <a:lnTo>
                  <a:pt x="49" y="4"/>
                </a:lnTo>
                <a:lnTo>
                  <a:pt x="50" y="4"/>
                </a:lnTo>
                <a:lnTo>
                  <a:pt x="51" y="3"/>
                </a:lnTo>
                <a:lnTo>
                  <a:pt x="52" y="3"/>
                </a:lnTo>
                <a:lnTo>
                  <a:pt x="53" y="2"/>
                </a:lnTo>
                <a:lnTo>
                  <a:pt x="54" y="2"/>
                </a:lnTo>
                <a:lnTo>
                  <a:pt x="55" y="1"/>
                </a:lnTo>
                <a:lnTo>
                  <a:pt x="57" y="1"/>
                </a:lnTo>
                <a:lnTo>
                  <a:pt x="58" y="1"/>
                </a:lnTo>
                <a:lnTo>
                  <a:pt x="59" y="0"/>
                </a:lnTo>
                <a:lnTo>
                  <a:pt x="60" y="0"/>
                </a:lnTo>
                <a:lnTo>
                  <a:pt x="61" y="0"/>
                </a:lnTo>
                <a:lnTo>
                  <a:pt x="62" y="0"/>
                </a:lnTo>
                <a:lnTo>
                  <a:pt x="63" y="0"/>
                </a:lnTo>
                <a:lnTo>
                  <a:pt x="65" y="0"/>
                </a:lnTo>
                <a:lnTo>
                  <a:pt x="66" y="0"/>
                </a:lnTo>
                <a:lnTo>
                  <a:pt x="67" y="0"/>
                </a:lnTo>
                <a:lnTo>
                  <a:pt x="68" y="0"/>
                </a:lnTo>
                <a:lnTo>
                  <a:pt x="69" y="0"/>
                </a:lnTo>
                <a:lnTo>
                  <a:pt x="71" y="0"/>
                </a:lnTo>
                <a:lnTo>
                  <a:pt x="72" y="0"/>
                </a:lnTo>
                <a:lnTo>
                  <a:pt x="73" y="0"/>
                </a:lnTo>
                <a:lnTo>
                  <a:pt x="74" y="0"/>
                </a:lnTo>
                <a:lnTo>
                  <a:pt x="75" y="0"/>
                </a:lnTo>
                <a:lnTo>
                  <a:pt x="76" y="1"/>
                </a:lnTo>
                <a:lnTo>
                  <a:pt x="77" y="1"/>
                </a:lnTo>
                <a:lnTo>
                  <a:pt x="79" y="1"/>
                </a:lnTo>
                <a:lnTo>
                  <a:pt x="80" y="2"/>
                </a:lnTo>
                <a:lnTo>
                  <a:pt x="81" y="2"/>
                </a:lnTo>
                <a:lnTo>
                  <a:pt x="82" y="3"/>
                </a:lnTo>
                <a:lnTo>
                  <a:pt x="83" y="3"/>
                </a:lnTo>
                <a:lnTo>
                  <a:pt x="84" y="4"/>
                </a:lnTo>
                <a:lnTo>
                  <a:pt x="85" y="4"/>
                </a:lnTo>
                <a:lnTo>
                  <a:pt x="87" y="5"/>
                </a:lnTo>
                <a:lnTo>
                  <a:pt x="88" y="6"/>
                </a:lnTo>
                <a:lnTo>
                  <a:pt x="89" y="6"/>
                </a:lnTo>
                <a:lnTo>
                  <a:pt x="90" y="7"/>
                </a:lnTo>
                <a:lnTo>
                  <a:pt x="91" y="8"/>
                </a:lnTo>
                <a:lnTo>
                  <a:pt x="92" y="8"/>
                </a:lnTo>
                <a:lnTo>
                  <a:pt x="93" y="9"/>
                </a:lnTo>
                <a:lnTo>
                  <a:pt x="94" y="10"/>
                </a:lnTo>
                <a:lnTo>
                  <a:pt x="95" y="11"/>
                </a:lnTo>
                <a:lnTo>
                  <a:pt x="96" y="12"/>
                </a:lnTo>
                <a:lnTo>
                  <a:pt x="97" y="13"/>
                </a:lnTo>
                <a:lnTo>
                  <a:pt x="98" y="14"/>
                </a:lnTo>
                <a:lnTo>
                  <a:pt x="99" y="15"/>
                </a:lnTo>
                <a:lnTo>
                  <a:pt x="100" y="16"/>
                </a:lnTo>
                <a:lnTo>
                  <a:pt x="102" y="17"/>
                </a:lnTo>
                <a:lnTo>
                  <a:pt x="103" y="18"/>
                </a:lnTo>
                <a:lnTo>
                  <a:pt x="103" y="19"/>
                </a:lnTo>
                <a:lnTo>
                  <a:pt x="104" y="20"/>
                </a:lnTo>
                <a:lnTo>
                  <a:pt x="105" y="22"/>
                </a:lnTo>
                <a:lnTo>
                  <a:pt x="106" y="23"/>
                </a:lnTo>
                <a:lnTo>
                  <a:pt x="107" y="24"/>
                </a:lnTo>
                <a:lnTo>
                  <a:pt x="108" y="25"/>
                </a:lnTo>
                <a:lnTo>
                  <a:pt x="109" y="27"/>
                </a:lnTo>
                <a:lnTo>
                  <a:pt x="110" y="28"/>
                </a:lnTo>
                <a:lnTo>
                  <a:pt x="111" y="30"/>
                </a:lnTo>
                <a:lnTo>
                  <a:pt x="112" y="31"/>
                </a:lnTo>
                <a:lnTo>
                  <a:pt x="113" y="32"/>
                </a:lnTo>
                <a:lnTo>
                  <a:pt x="114" y="34"/>
                </a:lnTo>
                <a:lnTo>
                  <a:pt x="114" y="35"/>
                </a:lnTo>
                <a:lnTo>
                  <a:pt x="115" y="37"/>
                </a:lnTo>
                <a:lnTo>
                  <a:pt x="116" y="38"/>
                </a:lnTo>
                <a:lnTo>
                  <a:pt x="117" y="40"/>
                </a:lnTo>
                <a:lnTo>
                  <a:pt x="118" y="42"/>
                </a:lnTo>
                <a:lnTo>
                  <a:pt x="118" y="43"/>
                </a:lnTo>
                <a:lnTo>
                  <a:pt x="119" y="45"/>
                </a:lnTo>
                <a:lnTo>
                  <a:pt x="120" y="46"/>
                </a:lnTo>
                <a:lnTo>
                  <a:pt x="121" y="48"/>
                </a:lnTo>
                <a:lnTo>
                  <a:pt x="121" y="50"/>
                </a:lnTo>
                <a:lnTo>
                  <a:pt x="122" y="52"/>
                </a:lnTo>
                <a:lnTo>
                  <a:pt x="123" y="53"/>
                </a:lnTo>
                <a:lnTo>
                  <a:pt x="123" y="55"/>
                </a:lnTo>
                <a:lnTo>
                  <a:pt x="124" y="57"/>
                </a:lnTo>
                <a:lnTo>
                  <a:pt x="124" y="59"/>
                </a:lnTo>
                <a:lnTo>
                  <a:pt x="125" y="61"/>
                </a:lnTo>
                <a:lnTo>
                  <a:pt x="126" y="62"/>
                </a:lnTo>
                <a:lnTo>
                  <a:pt x="126" y="64"/>
                </a:lnTo>
                <a:lnTo>
                  <a:pt x="127" y="66"/>
                </a:lnTo>
                <a:lnTo>
                  <a:pt x="127" y="68"/>
                </a:lnTo>
                <a:lnTo>
                  <a:pt x="128" y="70"/>
                </a:lnTo>
                <a:lnTo>
                  <a:pt x="128" y="72"/>
                </a:lnTo>
                <a:lnTo>
                  <a:pt x="129" y="74"/>
                </a:lnTo>
                <a:lnTo>
                  <a:pt x="129" y="76"/>
                </a:lnTo>
                <a:lnTo>
                  <a:pt x="130" y="78"/>
                </a:lnTo>
                <a:lnTo>
                  <a:pt x="130" y="80"/>
                </a:lnTo>
                <a:lnTo>
                  <a:pt x="130" y="82"/>
                </a:lnTo>
                <a:lnTo>
                  <a:pt x="131" y="84"/>
                </a:lnTo>
                <a:lnTo>
                  <a:pt x="131" y="86"/>
                </a:lnTo>
                <a:lnTo>
                  <a:pt x="131" y="88"/>
                </a:lnTo>
                <a:lnTo>
                  <a:pt x="132" y="90"/>
                </a:lnTo>
                <a:lnTo>
                  <a:pt x="132" y="92"/>
                </a:lnTo>
                <a:lnTo>
                  <a:pt x="132" y="94"/>
                </a:lnTo>
                <a:lnTo>
                  <a:pt x="133" y="96"/>
                </a:lnTo>
                <a:lnTo>
                  <a:pt x="133" y="98"/>
                </a:lnTo>
                <a:lnTo>
                  <a:pt x="133" y="100"/>
                </a:lnTo>
                <a:lnTo>
                  <a:pt x="133" y="103"/>
                </a:lnTo>
                <a:lnTo>
                  <a:pt x="133" y="105"/>
                </a:lnTo>
                <a:lnTo>
                  <a:pt x="134" y="107"/>
                </a:lnTo>
                <a:lnTo>
                  <a:pt x="134" y="109"/>
                </a:lnTo>
                <a:lnTo>
                  <a:pt x="134" y="111"/>
                </a:lnTo>
                <a:lnTo>
                  <a:pt x="134" y="113"/>
                </a:lnTo>
                <a:lnTo>
                  <a:pt x="134" y="115"/>
                </a:lnTo>
                <a:lnTo>
                  <a:pt x="134" y="117"/>
                </a:lnTo>
                <a:lnTo>
                  <a:pt x="134" y="120"/>
                </a:lnTo>
                <a:lnTo>
                  <a:pt x="134" y="122"/>
                </a:lnTo>
                <a:lnTo>
                  <a:pt x="134" y="523"/>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reeform 27"/>
          <p:cNvSpPr/>
          <p:nvPr/>
        </p:nvSpPr>
        <p:spPr>
          <a:xfrm>
            <a:off x="-123773" y="5379365"/>
            <a:ext cx="1142520" cy="4912836"/>
          </a:xfrm>
          <a:custGeom>
            <a:avLst/>
            <a:gdLst/>
            <a:ahLst/>
            <a:cxnLst/>
            <a:rect l="l" t="t" r="r" b="b"/>
            <a:pathLst>
              <a:path w="120" h="516">
                <a:moveTo>
                  <a:pt x="0" y="516"/>
                </a:moveTo>
                <a:lnTo>
                  <a:pt x="0" y="115"/>
                </a:lnTo>
                <a:lnTo>
                  <a:pt x="0" y="115"/>
                </a:lnTo>
                <a:lnTo>
                  <a:pt x="0" y="113"/>
                </a:lnTo>
                <a:lnTo>
                  <a:pt x="0" y="111"/>
                </a:lnTo>
                <a:lnTo>
                  <a:pt x="0" y="109"/>
                </a:lnTo>
                <a:lnTo>
                  <a:pt x="0" y="107"/>
                </a:lnTo>
                <a:lnTo>
                  <a:pt x="0" y="105"/>
                </a:lnTo>
                <a:lnTo>
                  <a:pt x="0" y="103"/>
                </a:lnTo>
                <a:lnTo>
                  <a:pt x="0" y="101"/>
                </a:lnTo>
                <a:lnTo>
                  <a:pt x="1" y="99"/>
                </a:lnTo>
                <a:lnTo>
                  <a:pt x="1" y="97"/>
                </a:lnTo>
                <a:lnTo>
                  <a:pt x="1" y="95"/>
                </a:lnTo>
                <a:lnTo>
                  <a:pt x="1" y="93"/>
                </a:lnTo>
                <a:lnTo>
                  <a:pt x="1" y="91"/>
                </a:lnTo>
                <a:lnTo>
                  <a:pt x="2" y="89"/>
                </a:lnTo>
                <a:lnTo>
                  <a:pt x="2" y="87"/>
                </a:lnTo>
                <a:lnTo>
                  <a:pt x="2" y="85"/>
                </a:lnTo>
                <a:lnTo>
                  <a:pt x="2" y="83"/>
                </a:lnTo>
                <a:lnTo>
                  <a:pt x="3" y="81"/>
                </a:lnTo>
                <a:lnTo>
                  <a:pt x="3" y="79"/>
                </a:lnTo>
                <a:lnTo>
                  <a:pt x="3" y="77"/>
                </a:lnTo>
                <a:lnTo>
                  <a:pt x="4" y="76"/>
                </a:lnTo>
                <a:lnTo>
                  <a:pt x="4" y="74"/>
                </a:lnTo>
                <a:lnTo>
                  <a:pt x="4" y="72"/>
                </a:lnTo>
                <a:lnTo>
                  <a:pt x="5" y="70"/>
                </a:lnTo>
                <a:lnTo>
                  <a:pt x="5" y="68"/>
                </a:lnTo>
                <a:lnTo>
                  <a:pt x="6" y="66"/>
                </a:lnTo>
                <a:lnTo>
                  <a:pt x="6" y="65"/>
                </a:lnTo>
                <a:lnTo>
                  <a:pt x="7" y="63"/>
                </a:lnTo>
                <a:lnTo>
                  <a:pt x="7" y="61"/>
                </a:lnTo>
                <a:lnTo>
                  <a:pt x="8" y="59"/>
                </a:lnTo>
                <a:lnTo>
                  <a:pt x="8" y="58"/>
                </a:lnTo>
                <a:lnTo>
                  <a:pt x="9" y="56"/>
                </a:lnTo>
                <a:lnTo>
                  <a:pt x="9" y="54"/>
                </a:lnTo>
                <a:lnTo>
                  <a:pt x="10" y="52"/>
                </a:lnTo>
                <a:lnTo>
                  <a:pt x="10" y="51"/>
                </a:lnTo>
                <a:lnTo>
                  <a:pt x="11" y="49"/>
                </a:lnTo>
                <a:lnTo>
                  <a:pt x="11" y="48"/>
                </a:lnTo>
                <a:lnTo>
                  <a:pt x="12" y="46"/>
                </a:lnTo>
                <a:lnTo>
                  <a:pt x="13" y="44"/>
                </a:lnTo>
                <a:lnTo>
                  <a:pt x="13" y="43"/>
                </a:lnTo>
                <a:lnTo>
                  <a:pt x="14" y="41"/>
                </a:lnTo>
                <a:lnTo>
                  <a:pt x="15" y="40"/>
                </a:lnTo>
                <a:lnTo>
                  <a:pt x="15" y="38"/>
                </a:lnTo>
                <a:lnTo>
                  <a:pt x="16" y="37"/>
                </a:lnTo>
                <a:lnTo>
                  <a:pt x="17" y="35"/>
                </a:lnTo>
                <a:lnTo>
                  <a:pt x="18" y="34"/>
                </a:lnTo>
                <a:lnTo>
                  <a:pt x="18" y="33"/>
                </a:lnTo>
                <a:lnTo>
                  <a:pt x="19" y="31"/>
                </a:lnTo>
                <a:lnTo>
                  <a:pt x="20" y="30"/>
                </a:lnTo>
                <a:lnTo>
                  <a:pt x="21" y="28"/>
                </a:lnTo>
                <a:lnTo>
                  <a:pt x="21" y="27"/>
                </a:lnTo>
                <a:lnTo>
                  <a:pt x="22" y="26"/>
                </a:lnTo>
                <a:lnTo>
                  <a:pt x="23" y="25"/>
                </a:lnTo>
                <a:lnTo>
                  <a:pt x="24" y="23"/>
                </a:lnTo>
                <a:lnTo>
                  <a:pt x="25" y="22"/>
                </a:lnTo>
                <a:lnTo>
                  <a:pt x="26" y="21"/>
                </a:lnTo>
                <a:lnTo>
                  <a:pt x="26" y="20"/>
                </a:lnTo>
                <a:lnTo>
                  <a:pt x="27" y="19"/>
                </a:lnTo>
                <a:lnTo>
                  <a:pt x="28" y="18"/>
                </a:lnTo>
                <a:lnTo>
                  <a:pt x="29" y="17"/>
                </a:lnTo>
                <a:lnTo>
                  <a:pt x="30" y="16"/>
                </a:lnTo>
                <a:lnTo>
                  <a:pt x="31" y="15"/>
                </a:lnTo>
                <a:lnTo>
                  <a:pt x="32" y="14"/>
                </a:lnTo>
                <a:lnTo>
                  <a:pt x="33" y="13"/>
                </a:lnTo>
                <a:lnTo>
                  <a:pt x="34" y="12"/>
                </a:lnTo>
                <a:lnTo>
                  <a:pt x="35" y="11"/>
                </a:lnTo>
                <a:lnTo>
                  <a:pt x="36" y="10"/>
                </a:lnTo>
                <a:lnTo>
                  <a:pt x="37" y="10"/>
                </a:lnTo>
                <a:lnTo>
                  <a:pt x="38" y="9"/>
                </a:lnTo>
                <a:lnTo>
                  <a:pt x="38" y="8"/>
                </a:lnTo>
                <a:lnTo>
                  <a:pt x="39" y="7"/>
                </a:lnTo>
                <a:lnTo>
                  <a:pt x="40" y="7"/>
                </a:lnTo>
                <a:lnTo>
                  <a:pt x="41" y="6"/>
                </a:lnTo>
                <a:lnTo>
                  <a:pt x="42" y="5"/>
                </a:lnTo>
                <a:lnTo>
                  <a:pt x="43" y="5"/>
                </a:lnTo>
                <a:lnTo>
                  <a:pt x="44" y="4"/>
                </a:lnTo>
                <a:lnTo>
                  <a:pt x="45" y="4"/>
                </a:lnTo>
                <a:lnTo>
                  <a:pt x="47" y="3"/>
                </a:lnTo>
                <a:lnTo>
                  <a:pt x="48" y="3"/>
                </a:lnTo>
                <a:lnTo>
                  <a:pt x="49" y="3"/>
                </a:lnTo>
                <a:lnTo>
                  <a:pt x="50" y="2"/>
                </a:lnTo>
                <a:lnTo>
                  <a:pt x="51" y="2"/>
                </a:lnTo>
                <a:lnTo>
                  <a:pt x="52" y="2"/>
                </a:lnTo>
                <a:lnTo>
                  <a:pt x="53" y="1"/>
                </a:lnTo>
                <a:lnTo>
                  <a:pt x="54" y="1"/>
                </a:lnTo>
                <a:lnTo>
                  <a:pt x="55" y="1"/>
                </a:lnTo>
                <a:lnTo>
                  <a:pt x="56" y="1"/>
                </a:lnTo>
                <a:lnTo>
                  <a:pt x="57" y="1"/>
                </a:lnTo>
                <a:lnTo>
                  <a:pt x="58" y="1"/>
                </a:lnTo>
                <a:lnTo>
                  <a:pt x="59" y="0"/>
                </a:lnTo>
                <a:lnTo>
                  <a:pt x="60" y="0"/>
                </a:lnTo>
                <a:lnTo>
                  <a:pt x="61" y="0"/>
                </a:lnTo>
                <a:lnTo>
                  <a:pt x="62" y="1"/>
                </a:lnTo>
                <a:lnTo>
                  <a:pt x="63" y="1"/>
                </a:lnTo>
                <a:lnTo>
                  <a:pt x="64" y="1"/>
                </a:lnTo>
                <a:lnTo>
                  <a:pt x="65" y="1"/>
                </a:lnTo>
                <a:lnTo>
                  <a:pt x="66" y="1"/>
                </a:lnTo>
                <a:lnTo>
                  <a:pt x="67" y="1"/>
                </a:lnTo>
                <a:lnTo>
                  <a:pt x="68" y="2"/>
                </a:lnTo>
                <a:lnTo>
                  <a:pt x="69" y="2"/>
                </a:lnTo>
                <a:lnTo>
                  <a:pt x="70" y="2"/>
                </a:lnTo>
                <a:lnTo>
                  <a:pt x="71" y="3"/>
                </a:lnTo>
                <a:lnTo>
                  <a:pt x="72" y="3"/>
                </a:lnTo>
                <a:lnTo>
                  <a:pt x="73" y="3"/>
                </a:lnTo>
                <a:lnTo>
                  <a:pt x="75" y="4"/>
                </a:lnTo>
                <a:lnTo>
                  <a:pt x="76" y="4"/>
                </a:lnTo>
                <a:lnTo>
                  <a:pt x="77" y="5"/>
                </a:lnTo>
                <a:lnTo>
                  <a:pt x="78" y="5"/>
                </a:lnTo>
                <a:lnTo>
                  <a:pt x="79" y="6"/>
                </a:lnTo>
                <a:lnTo>
                  <a:pt x="80" y="7"/>
                </a:lnTo>
                <a:lnTo>
                  <a:pt x="81" y="7"/>
                </a:lnTo>
                <a:lnTo>
                  <a:pt x="82" y="8"/>
                </a:lnTo>
                <a:lnTo>
                  <a:pt x="82" y="9"/>
                </a:lnTo>
                <a:lnTo>
                  <a:pt x="83" y="10"/>
                </a:lnTo>
                <a:lnTo>
                  <a:pt x="84" y="10"/>
                </a:lnTo>
                <a:lnTo>
                  <a:pt x="85" y="11"/>
                </a:lnTo>
                <a:lnTo>
                  <a:pt x="86" y="12"/>
                </a:lnTo>
                <a:lnTo>
                  <a:pt x="87" y="13"/>
                </a:lnTo>
                <a:lnTo>
                  <a:pt x="88" y="14"/>
                </a:lnTo>
                <a:lnTo>
                  <a:pt x="89" y="15"/>
                </a:lnTo>
                <a:lnTo>
                  <a:pt x="90" y="16"/>
                </a:lnTo>
                <a:lnTo>
                  <a:pt x="91" y="17"/>
                </a:lnTo>
                <a:lnTo>
                  <a:pt x="92" y="18"/>
                </a:lnTo>
                <a:lnTo>
                  <a:pt x="93" y="19"/>
                </a:lnTo>
                <a:lnTo>
                  <a:pt x="94" y="20"/>
                </a:lnTo>
                <a:lnTo>
                  <a:pt x="94" y="21"/>
                </a:lnTo>
                <a:lnTo>
                  <a:pt x="95" y="22"/>
                </a:lnTo>
                <a:lnTo>
                  <a:pt x="96" y="23"/>
                </a:lnTo>
                <a:lnTo>
                  <a:pt x="97" y="25"/>
                </a:lnTo>
                <a:lnTo>
                  <a:pt x="98" y="26"/>
                </a:lnTo>
                <a:lnTo>
                  <a:pt x="99" y="27"/>
                </a:lnTo>
                <a:lnTo>
                  <a:pt x="99" y="28"/>
                </a:lnTo>
                <a:lnTo>
                  <a:pt x="100" y="30"/>
                </a:lnTo>
                <a:lnTo>
                  <a:pt x="101" y="31"/>
                </a:lnTo>
                <a:lnTo>
                  <a:pt x="102" y="33"/>
                </a:lnTo>
                <a:lnTo>
                  <a:pt x="102" y="34"/>
                </a:lnTo>
                <a:lnTo>
                  <a:pt x="103" y="35"/>
                </a:lnTo>
                <a:lnTo>
                  <a:pt x="104" y="37"/>
                </a:lnTo>
                <a:lnTo>
                  <a:pt x="105" y="38"/>
                </a:lnTo>
                <a:lnTo>
                  <a:pt x="105" y="40"/>
                </a:lnTo>
                <a:lnTo>
                  <a:pt x="106" y="41"/>
                </a:lnTo>
                <a:lnTo>
                  <a:pt x="107" y="43"/>
                </a:lnTo>
                <a:lnTo>
                  <a:pt x="107" y="44"/>
                </a:lnTo>
                <a:lnTo>
                  <a:pt x="108" y="46"/>
                </a:lnTo>
                <a:lnTo>
                  <a:pt x="109" y="48"/>
                </a:lnTo>
                <a:lnTo>
                  <a:pt x="109" y="49"/>
                </a:lnTo>
                <a:lnTo>
                  <a:pt x="110" y="51"/>
                </a:lnTo>
                <a:lnTo>
                  <a:pt x="110" y="52"/>
                </a:lnTo>
                <a:lnTo>
                  <a:pt x="111" y="54"/>
                </a:lnTo>
                <a:lnTo>
                  <a:pt x="111" y="56"/>
                </a:lnTo>
                <a:lnTo>
                  <a:pt x="112" y="58"/>
                </a:lnTo>
                <a:lnTo>
                  <a:pt x="112" y="59"/>
                </a:lnTo>
                <a:lnTo>
                  <a:pt x="113" y="61"/>
                </a:lnTo>
                <a:lnTo>
                  <a:pt x="113" y="63"/>
                </a:lnTo>
                <a:lnTo>
                  <a:pt x="114" y="65"/>
                </a:lnTo>
                <a:lnTo>
                  <a:pt x="114" y="66"/>
                </a:lnTo>
                <a:lnTo>
                  <a:pt x="115" y="68"/>
                </a:lnTo>
                <a:lnTo>
                  <a:pt x="115" y="70"/>
                </a:lnTo>
                <a:lnTo>
                  <a:pt x="116" y="72"/>
                </a:lnTo>
                <a:lnTo>
                  <a:pt x="116" y="74"/>
                </a:lnTo>
                <a:lnTo>
                  <a:pt x="116" y="76"/>
                </a:lnTo>
                <a:lnTo>
                  <a:pt x="117" y="77"/>
                </a:lnTo>
                <a:lnTo>
                  <a:pt x="117" y="79"/>
                </a:lnTo>
                <a:lnTo>
                  <a:pt x="117" y="81"/>
                </a:lnTo>
                <a:lnTo>
                  <a:pt x="118" y="83"/>
                </a:lnTo>
                <a:lnTo>
                  <a:pt x="118" y="85"/>
                </a:lnTo>
                <a:lnTo>
                  <a:pt x="118" y="87"/>
                </a:lnTo>
                <a:lnTo>
                  <a:pt x="118" y="89"/>
                </a:lnTo>
                <a:lnTo>
                  <a:pt x="119" y="91"/>
                </a:lnTo>
                <a:lnTo>
                  <a:pt x="119" y="93"/>
                </a:lnTo>
                <a:lnTo>
                  <a:pt x="119" y="95"/>
                </a:lnTo>
                <a:lnTo>
                  <a:pt x="119" y="97"/>
                </a:lnTo>
                <a:lnTo>
                  <a:pt x="119" y="99"/>
                </a:lnTo>
                <a:lnTo>
                  <a:pt x="120" y="101"/>
                </a:lnTo>
                <a:lnTo>
                  <a:pt x="120" y="103"/>
                </a:lnTo>
                <a:lnTo>
                  <a:pt x="120" y="105"/>
                </a:lnTo>
                <a:lnTo>
                  <a:pt x="120" y="107"/>
                </a:lnTo>
                <a:lnTo>
                  <a:pt x="120" y="109"/>
                </a:lnTo>
                <a:lnTo>
                  <a:pt x="120" y="111"/>
                </a:lnTo>
                <a:lnTo>
                  <a:pt x="120" y="113"/>
                </a:lnTo>
                <a:lnTo>
                  <a:pt x="120" y="115"/>
                </a:lnTo>
                <a:lnTo>
                  <a:pt x="120" y="516"/>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Freeform 28"/>
          <p:cNvSpPr/>
          <p:nvPr/>
        </p:nvSpPr>
        <p:spPr>
          <a:xfrm>
            <a:off x="28563" y="6750389"/>
            <a:ext cx="323714" cy="3237140"/>
          </a:xfrm>
          <a:custGeom>
            <a:avLst/>
            <a:gdLst/>
            <a:ahLst/>
            <a:cxnLst/>
            <a:rect l="l" t="t" r="r" b="b"/>
            <a:pathLst>
              <a:path w="34" h="340">
                <a:moveTo>
                  <a:pt x="17" y="0"/>
                </a:moveTo>
                <a:lnTo>
                  <a:pt x="16" y="1"/>
                </a:lnTo>
                <a:lnTo>
                  <a:pt x="15" y="2"/>
                </a:lnTo>
                <a:lnTo>
                  <a:pt x="14" y="3"/>
                </a:lnTo>
                <a:lnTo>
                  <a:pt x="12" y="5"/>
                </a:lnTo>
                <a:lnTo>
                  <a:pt x="11" y="6"/>
                </a:lnTo>
                <a:lnTo>
                  <a:pt x="10" y="7"/>
                </a:lnTo>
                <a:lnTo>
                  <a:pt x="9" y="8"/>
                </a:lnTo>
                <a:lnTo>
                  <a:pt x="8" y="9"/>
                </a:lnTo>
                <a:lnTo>
                  <a:pt x="7" y="10"/>
                </a:lnTo>
                <a:lnTo>
                  <a:pt x="6" y="11"/>
                </a:lnTo>
                <a:lnTo>
                  <a:pt x="5" y="13"/>
                </a:lnTo>
                <a:lnTo>
                  <a:pt x="5" y="14"/>
                </a:lnTo>
                <a:lnTo>
                  <a:pt x="4" y="15"/>
                </a:lnTo>
                <a:lnTo>
                  <a:pt x="3" y="16"/>
                </a:lnTo>
                <a:lnTo>
                  <a:pt x="2" y="17"/>
                </a:lnTo>
                <a:lnTo>
                  <a:pt x="2" y="18"/>
                </a:lnTo>
                <a:lnTo>
                  <a:pt x="1" y="19"/>
                </a:lnTo>
                <a:lnTo>
                  <a:pt x="1" y="20"/>
                </a:lnTo>
                <a:lnTo>
                  <a:pt x="1" y="22"/>
                </a:lnTo>
                <a:lnTo>
                  <a:pt x="0" y="23"/>
                </a:lnTo>
                <a:lnTo>
                  <a:pt x="0" y="24"/>
                </a:lnTo>
                <a:lnTo>
                  <a:pt x="0" y="25"/>
                </a:lnTo>
                <a:lnTo>
                  <a:pt x="0" y="26"/>
                </a:lnTo>
                <a:lnTo>
                  <a:pt x="0" y="27"/>
                </a:lnTo>
                <a:lnTo>
                  <a:pt x="0" y="28"/>
                </a:lnTo>
                <a:lnTo>
                  <a:pt x="0" y="29"/>
                </a:lnTo>
                <a:lnTo>
                  <a:pt x="1" y="31"/>
                </a:lnTo>
                <a:lnTo>
                  <a:pt x="1" y="32"/>
                </a:lnTo>
                <a:lnTo>
                  <a:pt x="1" y="33"/>
                </a:lnTo>
                <a:lnTo>
                  <a:pt x="2" y="34"/>
                </a:lnTo>
                <a:lnTo>
                  <a:pt x="2" y="35"/>
                </a:lnTo>
                <a:lnTo>
                  <a:pt x="3" y="36"/>
                </a:lnTo>
                <a:lnTo>
                  <a:pt x="4" y="37"/>
                </a:lnTo>
                <a:lnTo>
                  <a:pt x="5" y="39"/>
                </a:lnTo>
                <a:lnTo>
                  <a:pt x="5" y="40"/>
                </a:lnTo>
                <a:lnTo>
                  <a:pt x="6" y="41"/>
                </a:lnTo>
                <a:lnTo>
                  <a:pt x="7" y="42"/>
                </a:lnTo>
                <a:lnTo>
                  <a:pt x="8" y="43"/>
                </a:lnTo>
                <a:lnTo>
                  <a:pt x="9" y="44"/>
                </a:lnTo>
                <a:lnTo>
                  <a:pt x="10" y="45"/>
                </a:lnTo>
                <a:lnTo>
                  <a:pt x="11" y="46"/>
                </a:lnTo>
                <a:lnTo>
                  <a:pt x="12" y="48"/>
                </a:lnTo>
                <a:lnTo>
                  <a:pt x="14" y="49"/>
                </a:lnTo>
                <a:lnTo>
                  <a:pt x="15" y="50"/>
                </a:lnTo>
                <a:lnTo>
                  <a:pt x="16" y="51"/>
                </a:lnTo>
                <a:lnTo>
                  <a:pt x="17" y="52"/>
                </a:lnTo>
                <a:lnTo>
                  <a:pt x="18" y="53"/>
                </a:lnTo>
                <a:lnTo>
                  <a:pt x="19" y="54"/>
                </a:lnTo>
                <a:lnTo>
                  <a:pt x="20" y="55"/>
                </a:lnTo>
                <a:lnTo>
                  <a:pt x="22" y="57"/>
                </a:lnTo>
                <a:lnTo>
                  <a:pt x="23" y="58"/>
                </a:lnTo>
                <a:lnTo>
                  <a:pt x="24" y="59"/>
                </a:lnTo>
                <a:lnTo>
                  <a:pt x="25" y="60"/>
                </a:lnTo>
                <a:lnTo>
                  <a:pt x="26" y="61"/>
                </a:lnTo>
                <a:lnTo>
                  <a:pt x="27" y="62"/>
                </a:lnTo>
                <a:lnTo>
                  <a:pt x="28" y="63"/>
                </a:lnTo>
                <a:lnTo>
                  <a:pt x="29" y="65"/>
                </a:lnTo>
                <a:lnTo>
                  <a:pt x="29" y="66"/>
                </a:lnTo>
                <a:lnTo>
                  <a:pt x="30" y="67"/>
                </a:lnTo>
                <a:lnTo>
                  <a:pt x="31" y="68"/>
                </a:lnTo>
                <a:lnTo>
                  <a:pt x="32" y="69"/>
                </a:lnTo>
                <a:lnTo>
                  <a:pt x="32" y="70"/>
                </a:lnTo>
                <a:lnTo>
                  <a:pt x="33" y="71"/>
                </a:lnTo>
                <a:lnTo>
                  <a:pt x="33" y="72"/>
                </a:lnTo>
                <a:lnTo>
                  <a:pt x="33" y="74"/>
                </a:lnTo>
                <a:lnTo>
                  <a:pt x="34" y="75"/>
                </a:lnTo>
                <a:lnTo>
                  <a:pt x="34" y="76"/>
                </a:lnTo>
                <a:lnTo>
                  <a:pt x="34" y="77"/>
                </a:lnTo>
                <a:lnTo>
                  <a:pt x="34" y="78"/>
                </a:lnTo>
                <a:lnTo>
                  <a:pt x="34" y="79"/>
                </a:lnTo>
                <a:lnTo>
                  <a:pt x="34" y="80"/>
                </a:lnTo>
                <a:lnTo>
                  <a:pt x="34" y="82"/>
                </a:lnTo>
                <a:lnTo>
                  <a:pt x="33" y="83"/>
                </a:lnTo>
                <a:lnTo>
                  <a:pt x="33" y="84"/>
                </a:lnTo>
                <a:lnTo>
                  <a:pt x="33" y="85"/>
                </a:lnTo>
                <a:lnTo>
                  <a:pt x="32" y="86"/>
                </a:lnTo>
                <a:lnTo>
                  <a:pt x="32" y="87"/>
                </a:lnTo>
                <a:lnTo>
                  <a:pt x="31" y="88"/>
                </a:lnTo>
                <a:lnTo>
                  <a:pt x="30" y="89"/>
                </a:lnTo>
                <a:lnTo>
                  <a:pt x="29" y="91"/>
                </a:lnTo>
                <a:lnTo>
                  <a:pt x="29" y="92"/>
                </a:lnTo>
                <a:lnTo>
                  <a:pt x="28" y="93"/>
                </a:lnTo>
                <a:lnTo>
                  <a:pt x="27" y="94"/>
                </a:lnTo>
                <a:lnTo>
                  <a:pt x="26" y="95"/>
                </a:lnTo>
                <a:lnTo>
                  <a:pt x="25" y="96"/>
                </a:lnTo>
                <a:lnTo>
                  <a:pt x="24" y="97"/>
                </a:lnTo>
                <a:lnTo>
                  <a:pt x="23" y="98"/>
                </a:lnTo>
                <a:lnTo>
                  <a:pt x="22" y="100"/>
                </a:lnTo>
                <a:lnTo>
                  <a:pt x="20" y="101"/>
                </a:lnTo>
                <a:lnTo>
                  <a:pt x="19" y="102"/>
                </a:lnTo>
                <a:lnTo>
                  <a:pt x="18" y="103"/>
                </a:lnTo>
                <a:lnTo>
                  <a:pt x="17" y="104"/>
                </a:lnTo>
                <a:lnTo>
                  <a:pt x="16" y="105"/>
                </a:lnTo>
                <a:lnTo>
                  <a:pt x="15" y="106"/>
                </a:lnTo>
                <a:lnTo>
                  <a:pt x="14" y="108"/>
                </a:lnTo>
                <a:lnTo>
                  <a:pt x="12" y="109"/>
                </a:lnTo>
                <a:lnTo>
                  <a:pt x="11" y="110"/>
                </a:lnTo>
                <a:lnTo>
                  <a:pt x="10" y="111"/>
                </a:lnTo>
                <a:lnTo>
                  <a:pt x="9" y="112"/>
                </a:lnTo>
                <a:lnTo>
                  <a:pt x="8" y="113"/>
                </a:lnTo>
                <a:lnTo>
                  <a:pt x="7" y="114"/>
                </a:lnTo>
                <a:lnTo>
                  <a:pt x="6" y="115"/>
                </a:lnTo>
                <a:lnTo>
                  <a:pt x="5" y="117"/>
                </a:lnTo>
                <a:lnTo>
                  <a:pt x="5" y="118"/>
                </a:lnTo>
                <a:lnTo>
                  <a:pt x="4" y="119"/>
                </a:lnTo>
                <a:lnTo>
                  <a:pt x="3" y="120"/>
                </a:lnTo>
                <a:lnTo>
                  <a:pt x="2" y="121"/>
                </a:lnTo>
                <a:lnTo>
                  <a:pt x="2" y="122"/>
                </a:lnTo>
                <a:lnTo>
                  <a:pt x="1" y="123"/>
                </a:lnTo>
                <a:lnTo>
                  <a:pt x="1" y="124"/>
                </a:lnTo>
                <a:lnTo>
                  <a:pt x="1" y="126"/>
                </a:lnTo>
                <a:lnTo>
                  <a:pt x="0" y="127"/>
                </a:lnTo>
                <a:lnTo>
                  <a:pt x="0" y="128"/>
                </a:lnTo>
                <a:lnTo>
                  <a:pt x="0" y="129"/>
                </a:lnTo>
                <a:lnTo>
                  <a:pt x="0" y="130"/>
                </a:lnTo>
                <a:lnTo>
                  <a:pt x="0" y="131"/>
                </a:lnTo>
                <a:lnTo>
                  <a:pt x="0" y="132"/>
                </a:lnTo>
                <a:lnTo>
                  <a:pt x="0" y="134"/>
                </a:lnTo>
                <a:lnTo>
                  <a:pt x="1" y="135"/>
                </a:lnTo>
                <a:lnTo>
                  <a:pt x="1" y="136"/>
                </a:lnTo>
                <a:lnTo>
                  <a:pt x="1" y="137"/>
                </a:lnTo>
                <a:lnTo>
                  <a:pt x="2" y="138"/>
                </a:lnTo>
                <a:lnTo>
                  <a:pt x="2" y="139"/>
                </a:lnTo>
                <a:lnTo>
                  <a:pt x="3" y="140"/>
                </a:lnTo>
                <a:lnTo>
                  <a:pt x="4" y="141"/>
                </a:lnTo>
                <a:lnTo>
                  <a:pt x="5" y="143"/>
                </a:lnTo>
                <a:lnTo>
                  <a:pt x="5" y="144"/>
                </a:lnTo>
                <a:lnTo>
                  <a:pt x="6" y="145"/>
                </a:lnTo>
                <a:lnTo>
                  <a:pt x="7" y="146"/>
                </a:lnTo>
                <a:lnTo>
                  <a:pt x="8" y="147"/>
                </a:lnTo>
                <a:lnTo>
                  <a:pt x="9" y="148"/>
                </a:lnTo>
                <a:lnTo>
                  <a:pt x="10" y="149"/>
                </a:lnTo>
                <a:lnTo>
                  <a:pt x="11" y="150"/>
                </a:lnTo>
                <a:lnTo>
                  <a:pt x="12" y="152"/>
                </a:lnTo>
                <a:lnTo>
                  <a:pt x="14" y="153"/>
                </a:lnTo>
                <a:lnTo>
                  <a:pt x="15" y="154"/>
                </a:lnTo>
                <a:lnTo>
                  <a:pt x="16" y="155"/>
                </a:lnTo>
                <a:lnTo>
                  <a:pt x="17" y="156"/>
                </a:lnTo>
                <a:lnTo>
                  <a:pt x="18" y="157"/>
                </a:lnTo>
                <a:lnTo>
                  <a:pt x="19" y="158"/>
                </a:lnTo>
                <a:lnTo>
                  <a:pt x="20" y="160"/>
                </a:lnTo>
                <a:lnTo>
                  <a:pt x="22" y="161"/>
                </a:lnTo>
                <a:lnTo>
                  <a:pt x="23" y="162"/>
                </a:lnTo>
                <a:lnTo>
                  <a:pt x="24" y="163"/>
                </a:lnTo>
                <a:lnTo>
                  <a:pt x="25" y="164"/>
                </a:lnTo>
                <a:lnTo>
                  <a:pt x="26" y="165"/>
                </a:lnTo>
                <a:lnTo>
                  <a:pt x="27" y="166"/>
                </a:lnTo>
                <a:lnTo>
                  <a:pt x="28" y="167"/>
                </a:lnTo>
                <a:lnTo>
                  <a:pt x="29" y="169"/>
                </a:lnTo>
                <a:lnTo>
                  <a:pt x="29" y="170"/>
                </a:lnTo>
                <a:lnTo>
                  <a:pt x="30" y="171"/>
                </a:lnTo>
                <a:lnTo>
                  <a:pt x="31" y="172"/>
                </a:lnTo>
                <a:lnTo>
                  <a:pt x="32" y="173"/>
                </a:lnTo>
                <a:lnTo>
                  <a:pt x="32" y="174"/>
                </a:lnTo>
                <a:lnTo>
                  <a:pt x="33" y="175"/>
                </a:lnTo>
                <a:lnTo>
                  <a:pt x="33" y="177"/>
                </a:lnTo>
                <a:lnTo>
                  <a:pt x="33" y="178"/>
                </a:lnTo>
                <a:lnTo>
                  <a:pt x="34" y="179"/>
                </a:lnTo>
                <a:lnTo>
                  <a:pt x="34" y="180"/>
                </a:lnTo>
                <a:lnTo>
                  <a:pt x="34" y="181"/>
                </a:lnTo>
                <a:lnTo>
                  <a:pt x="34" y="182"/>
                </a:lnTo>
                <a:lnTo>
                  <a:pt x="34" y="183"/>
                </a:lnTo>
                <a:lnTo>
                  <a:pt x="34" y="184"/>
                </a:lnTo>
                <a:lnTo>
                  <a:pt x="34" y="186"/>
                </a:lnTo>
                <a:lnTo>
                  <a:pt x="33" y="187"/>
                </a:lnTo>
                <a:lnTo>
                  <a:pt x="33" y="188"/>
                </a:lnTo>
                <a:lnTo>
                  <a:pt x="33" y="189"/>
                </a:lnTo>
                <a:lnTo>
                  <a:pt x="32" y="190"/>
                </a:lnTo>
                <a:lnTo>
                  <a:pt x="32" y="191"/>
                </a:lnTo>
                <a:lnTo>
                  <a:pt x="31" y="192"/>
                </a:lnTo>
                <a:lnTo>
                  <a:pt x="30" y="193"/>
                </a:lnTo>
                <a:lnTo>
                  <a:pt x="29" y="195"/>
                </a:lnTo>
                <a:lnTo>
                  <a:pt x="29" y="196"/>
                </a:lnTo>
                <a:lnTo>
                  <a:pt x="28" y="197"/>
                </a:lnTo>
                <a:lnTo>
                  <a:pt x="27" y="198"/>
                </a:lnTo>
                <a:lnTo>
                  <a:pt x="26" y="199"/>
                </a:lnTo>
                <a:lnTo>
                  <a:pt x="25" y="200"/>
                </a:lnTo>
                <a:lnTo>
                  <a:pt x="24" y="201"/>
                </a:lnTo>
                <a:lnTo>
                  <a:pt x="23" y="203"/>
                </a:lnTo>
                <a:lnTo>
                  <a:pt x="22" y="204"/>
                </a:lnTo>
                <a:lnTo>
                  <a:pt x="20" y="205"/>
                </a:lnTo>
                <a:lnTo>
                  <a:pt x="19" y="206"/>
                </a:lnTo>
                <a:lnTo>
                  <a:pt x="18" y="207"/>
                </a:lnTo>
                <a:lnTo>
                  <a:pt x="17" y="208"/>
                </a:lnTo>
                <a:lnTo>
                  <a:pt x="16" y="209"/>
                </a:lnTo>
                <a:lnTo>
                  <a:pt x="15" y="210"/>
                </a:lnTo>
                <a:lnTo>
                  <a:pt x="14" y="212"/>
                </a:lnTo>
                <a:lnTo>
                  <a:pt x="12" y="213"/>
                </a:lnTo>
                <a:lnTo>
                  <a:pt x="11" y="214"/>
                </a:lnTo>
                <a:lnTo>
                  <a:pt x="10" y="215"/>
                </a:lnTo>
                <a:lnTo>
                  <a:pt x="9" y="216"/>
                </a:lnTo>
                <a:lnTo>
                  <a:pt x="8" y="217"/>
                </a:lnTo>
                <a:lnTo>
                  <a:pt x="7" y="218"/>
                </a:lnTo>
                <a:lnTo>
                  <a:pt x="6" y="219"/>
                </a:lnTo>
                <a:lnTo>
                  <a:pt x="5" y="221"/>
                </a:lnTo>
                <a:lnTo>
                  <a:pt x="5" y="222"/>
                </a:lnTo>
                <a:lnTo>
                  <a:pt x="4" y="223"/>
                </a:lnTo>
                <a:lnTo>
                  <a:pt x="3" y="224"/>
                </a:lnTo>
                <a:lnTo>
                  <a:pt x="2" y="225"/>
                </a:lnTo>
                <a:lnTo>
                  <a:pt x="2" y="226"/>
                </a:lnTo>
                <a:lnTo>
                  <a:pt x="1" y="227"/>
                </a:lnTo>
                <a:lnTo>
                  <a:pt x="1" y="229"/>
                </a:lnTo>
                <a:lnTo>
                  <a:pt x="1" y="230"/>
                </a:lnTo>
                <a:lnTo>
                  <a:pt x="0" y="231"/>
                </a:lnTo>
                <a:lnTo>
                  <a:pt x="0" y="232"/>
                </a:lnTo>
                <a:lnTo>
                  <a:pt x="0" y="233"/>
                </a:lnTo>
                <a:lnTo>
                  <a:pt x="0" y="234"/>
                </a:lnTo>
                <a:lnTo>
                  <a:pt x="0" y="235"/>
                </a:lnTo>
                <a:lnTo>
                  <a:pt x="0" y="236"/>
                </a:lnTo>
                <a:lnTo>
                  <a:pt x="0" y="238"/>
                </a:lnTo>
                <a:lnTo>
                  <a:pt x="1" y="239"/>
                </a:lnTo>
                <a:lnTo>
                  <a:pt x="1" y="240"/>
                </a:lnTo>
                <a:lnTo>
                  <a:pt x="1" y="241"/>
                </a:lnTo>
                <a:lnTo>
                  <a:pt x="2" y="242"/>
                </a:lnTo>
                <a:lnTo>
                  <a:pt x="2" y="243"/>
                </a:lnTo>
                <a:lnTo>
                  <a:pt x="3" y="244"/>
                </a:lnTo>
                <a:lnTo>
                  <a:pt x="4" y="245"/>
                </a:lnTo>
                <a:lnTo>
                  <a:pt x="5" y="247"/>
                </a:lnTo>
                <a:lnTo>
                  <a:pt x="5" y="248"/>
                </a:lnTo>
                <a:lnTo>
                  <a:pt x="6" y="249"/>
                </a:lnTo>
                <a:lnTo>
                  <a:pt x="7" y="250"/>
                </a:lnTo>
                <a:lnTo>
                  <a:pt x="8" y="251"/>
                </a:lnTo>
                <a:lnTo>
                  <a:pt x="9" y="252"/>
                </a:lnTo>
                <a:lnTo>
                  <a:pt x="10" y="253"/>
                </a:lnTo>
                <a:lnTo>
                  <a:pt x="11" y="255"/>
                </a:lnTo>
                <a:lnTo>
                  <a:pt x="12" y="256"/>
                </a:lnTo>
                <a:lnTo>
                  <a:pt x="14" y="257"/>
                </a:lnTo>
                <a:lnTo>
                  <a:pt x="15" y="258"/>
                </a:lnTo>
                <a:lnTo>
                  <a:pt x="16" y="259"/>
                </a:lnTo>
                <a:lnTo>
                  <a:pt x="17" y="260"/>
                </a:lnTo>
                <a:lnTo>
                  <a:pt x="18" y="261"/>
                </a:lnTo>
                <a:lnTo>
                  <a:pt x="19" y="262"/>
                </a:lnTo>
                <a:lnTo>
                  <a:pt x="20" y="264"/>
                </a:lnTo>
                <a:lnTo>
                  <a:pt x="22" y="265"/>
                </a:lnTo>
                <a:lnTo>
                  <a:pt x="23" y="266"/>
                </a:lnTo>
                <a:lnTo>
                  <a:pt x="24" y="267"/>
                </a:lnTo>
                <a:lnTo>
                  <a:pt x="25" y="268"/>
                </a:lnTo>
                <a:lnTo>
                  <a:pt x="26" y="269"/>
                </a:lnTo>
                <a:lnTo>
                  <a:pt x="27" y="270"/>
                </a:lnTo>
                <a:lnTo>
                  <a:pt x="28" y="272"/>
                </a:lnTo>
                <a:lnTo>
                  <a:pt x="29" y="273"/>
                </a:lnTo>
                <a:lnTo>
                  <a:pt x="29" y="274"/>
                </a:lnTo>
                <a:lnTo>
                  <a:pt x="30" y="275"/>
                </a:lnTo>
                <a:lnTo>
                  <a:pt x="31" y="276"/>
                </a:lnTo>
                <a:lnTo>
                  <a:pt x="32" y="277"/>
                </a:lnTo>
                <a:lnTo>
                  <a:pt x="32" y="278"/>
                </a:lnTo>
                <a:lnTo>
                  <a:pt x="33" y="279"/>
                </a:lnTo>
                <a:lnTo>
                  <a:pt x="33" y="281"/>
                </a:lnTo>
                <a:lnTo>
                  <a:pt x="33" y="282"/>
                </a:lnTo>
                <a:lnTo>
                  <a:pt x="34" y="283"/>
                </a:lnTo>
                <a:lnTo>
                  <a:pt x="34" y="284"/>
                </a:lnTo>
                <a:lnTo>
                  <a:pt x="34" y="285"/>
                </a:lnTo>
                <a:lnTo>
                  <a:pt x="34" y="286"/>
                </a:lnTo>
                <a:lnTo>
                  <a:pt x="34" y="287"/>
                </a:lnTo>
                <a:lnTo>
                  <a:pt x="34" y="288"/>
                </a:lnTo>
                <a:lnTo>
                  <a:pt x="34" y="290"/>
                </a:lnTo>
                <a:lnTo>
                  <a:pt x="33" y="291"/>
                </a:lnTo>
                <a:lnTo>
                  <a:pt x="33" y="292"/>
                </a:lnTo>
                <a:lnTo>
                  <a:pt x="33" y="293"/>
                </a:lnTo>
                <a:lnTo>
                  <a:pt x="32" y="294"/>
                </a:lnTo>
                <a:lnTo>
                  <a:pt x="32" y="295"/>
                </a:lnTo>
                <a:lnTo>
                  <a:pt x="31" y="296"/>
                </a:lnTo>
                <a:lnTo>
                  <a:pt x="30" y="298"/>
                </a:lnTo>
                <a:lnTo>
                  <a:pt x="29" y="299"/>
                </a:lnTo>
                <a:lnTo>
                  <a:pt x="29" y="300"/>
                </a:lnTo>
                <a:lnTo>
                  <a:pt x="28" y="301"/>
                </a:lnTo>
                <a:lnTo>
                  <a:pt x="27" y="302"/>
                </a:lnTo>
                <a:lnTo>
                  <a:pt x="26" y="303"/>
                </a:lnTo>
                <a:lnTo>
                  <a:pt x="25" y="304"/>
                </a:lnTo>
                <a:lnTo>
                  <a:pt x="24" y="305"/>
                </a:lnTo>
                <a:lnTo>
                  <a:pt x="23" y="307"/>
                </a:lnTo>
                <a:lnTo>
                  <a:pt x="22" y="308"/>
                </a:lnTo>
                <a:lnTo>
                  <a:pt x="20" y="309"/>
                </a:lnTo>
                <a:lnTo>
                  <a:pt x="19" y="310"/>
                </a:lnTo>
                <a:lnTo>
                  <a:pt x="18" y="311"/>
                </a:lnTo>
                <a:lnTo>
                  <a:pt x="17" y="312"/>
                </a:lnTo>
                <a:lnTo>
                  <a:pt x="16" y="313"/>
                </a:lnTo>
                <a:lnTo>
                  <a:pt x="15" y="314"/>
                </a:lnTo>
                <a:lnTo>
                  <a:pt x="14" y="316"/>
                </a:lnTo>
                <a:lnTo>
                  <a:pt x="12" y="317"/>
                </a:lnTo>
                <a:lnTo>
                  <a:pt x="11" y="318"/>
                </a:lnTo>
                <a:lnTo>
                  <a:pt x="10" y="319"/>
                </a:lnTo>
                <a:lnTo>
                  <a:pt x="9" y="320"/>
                </a:lnTo>
                <a:lnTo>
                  <a:pt x="8" y="321"/>
                </a:lnTo>
                <a:lnTo>
                  <a:pt x="7" y="322"/>
                </a:lnTo>
                <a:lnTo>
                  <a:pt x="6" y="324"/>
                </a:lnTo>
                <a:lnTo>
                  <a:pt x="5" y="325"/>
                </a:lnTo>
                <a:lnTo>
                  <a:pt x="5" y="326"/>
                </a:lnTo>
                <a:lnTo>
                  <a:pt x="4" y="327"/>
                </a:lnTo>
                <a:lnTo>
                  <a:pt x="3" y="328"/>
                </a:lnTo>
                <a:lnTo>
                  <a:pt x="2" y="329"/>
                </a:lnTo>
                <a:lnTo>
                  <a:pt x="2" y="330"/>
                </a:lnTo>
                <a:lnTo>
                  <a:pt x="1" y="331"/>
                </a:lnTo>
                <a:lnTo>
                  <a:pt x="1" y="333"/>
                </a:lnTo>
                <a:lnTo>
                  <a:pt x="1" y="334"/>
                </a:lnTo>
                <a:lnTo>
                  <a:pt x="0" y="335"/>
                </a:lnTo>
                <a:lnTo>
                  <a:pt x="0" y="336"/>
                </a:lnTo>
                <a:lnTo>
                  <a:pt x="0" y="337"/>
                </a:lnTo>
                <a:lnTo>
                  <a:pt x="0" y="338"/>
                </a:lnTo>
                <a:lnTo>
                  <a:pt x="0" y="339"/>
                </a:lnTo>
                <a:lnTo>
                  <a:pt x="0" y="34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28563" y="6750389"/>
            <a:ext cx="323714" cy="3237140"/>
          </a:xfrm>
          <a:custGeom>
            <a:avLst/>
            <a:gdLst/>
            <a:ahLst/>
            <a:cxnLst/>
            <a:rect l="l" t="t" r="r" b="b"/>
            <a:pathLst>
              <a:path w="34" h="340">
                <a:moveTo>
                  <a:pt x="17" y="0"/>
                </a:moveTo>
                <a:lnTo>
                  <a:pt x="18" y="1"/>
                </a:lnTo>
                <a:lnTo>
                  <a:pt x="19" y="2"/>
                </a:lnTo>
                <a:lnTo>
                  <a:pt x="20" y="3"/>
                </a:lnTo>
                <a:lnTo>
                  <a:pt x="22" y="5"/>
                </a:lnTo>
                <a:lnTo>
                  <a:pt x="23" y="6"/>
                </a:lnTo>
                <a:lnTo>
                  <a:pt x="24" y="7"/>
                </a:lnTo>
                <a:lnTo>
                  <a:pt x="25" y="8"/>
                </a:lnTo>
                <a:lnTo>
                  <a:pt x="26" y="9"/>
                </a:lnTo>
                <a:lnTo>
                  <a:pt x="27" y="10"/>
                </a:lnTo>
                <a:lnTo>
                  <a:pt x="28" y="11"/>
                </a:lnTo>
                <a:lnTo>
                  <a:pt x="29" y="13"/>
                </a:lnTo>
                <a:lnTo>
                  <a:pt x="29" y="14"/>
                </a:lnTo>
                <a:lnTo>
                  <a:pt x="30" y="15"/>
                </a:lnTo>
                <a:lnTo>
                  <a:pt x="31" y="16"/>
                </a:lnTo>
                <a:lnTo>
                  <a:pt x="32" y="17"/>
                </a:lnTo>
                <a:lnTo>
                  <a:pt x="32" y="18"/>
                </a:lnTo>
                <a:lnTo>
                  <a:pt x="33" y="19"/>
                </a:lnTo>
                <a:lnTo>
                  <a:pt x="33" y="20"/>
                </a:lnTo>
                <a:lnTo>
                  <a:pt x="33" y="22"/>
                </a:lnTo>
                <a:lnTo>
                  <a:pt x="34" y="23"/>
                </a:lnTo>
                <a:lnTo>
                  <a:pt x="34" y="24"/>
                </a:lnTo>
                <a:lnTo>
                  <a:pt x="34" y="25"/>
                </a:lnTo>
                <a:lnTo>
                  <a:pt x="34" y="26"/>
                </a:lnTo>
                <a:lnTo>
                  <a:pt x="34" y="27"/>
                </a:lnTo>
                <a:lnTo>
                  <a:pt x="34" y="28"/>
                </a:lnTo>
                <a:lnTo>
                  <a:pt x="34" y="29"/>
                </a:lnTo>
                <a:lnTo>
                  <a:pt x="33" y="31"/>
                </a:lnTo>
                <a:lnTo>
                  <a:pt x="33" y="32"/>
                </a:lnTo>
                <a:lnTo>
                  <a:pt x="33" y="33"/>
                </a:lnTo>
                <a:lnTo>
                  <a:pt x="32" y="34"/>
                </a:lnTo>
                <a:lnTo>
                  <a:pt x="32" y="35"/>
                </a:lnTo>
                <a:lnTo>
                  <a:pt x="31" y="36"/>
                </a:lnTo>
                <a:lnTo>
                  <a:pt x="30" y="37"/>
                </a:lnTo>
                <a:lnTo>
                  <a:pt x="29" y="39"/>
                </a:lnTo>
                <a:lnTo>
                  <a:pt x="29" y="40"/>
                </a:lnTo>
                <a:lnTo>
                  <a:pt x="28" y="41"/>
                </a:lnTo>
                <a:lnTo>
                  <a:pt x="27" y="42"/>
                </a:lnTo>
                <a:lnTo>
                  <a:pt x="26" y="43"/>
                </a:lnTo>
                <a:lnTo>
                  <a:pt x="25" y="44"/>
                </a:lnTo>
                <a:lnTo>
                  <a:pt x="24" y="45"/>
                </a:lnTo>
                <a:lnTo>
                  <a:pt x="23" y="46"/>
                </a:lnTo>
                <a:lnTo>
                  <a:pt x="22" y="48"/>
                </a:lnTo>
                <a:lnTo>
                  <a:pt x="20" y="49"/>
                </a:lnTo>
                <a:lnTo>
                  <a:pt x="19" y="50"/>
                </a:lnTo>
                <a:lnTo>
                  <a:pt x="18" y="51"/>
                </a:lnTo>
                <a:lnTo>
                  <a:pt x="17" y="52"/>
                </a:lnTo>
                <a:lnTo>
                  <a:pt x="16" y="53"/>
                </a:lnTo>
                <a:lnTo>
                  <a:pt x="15" y="54"/>
                </a:lnTo>
                <a:lnTo>
                  <a:pt x="14" y="55"/>
                </a:lnTo>
                <a:lnTo>
                  <a:pt x="12" y="57"/>
                </a:lnTo>
                <a:lnTo>
                  <a:pt x="11" y="58"/>
                </a:lnTo>
                <a:lnTo>
                  <a:pt x="10" y="59"/>
                </a:lnTo>
                <a:lnTo>
                  <a:pt x="9" y="60"/>
                </a:lnTo>
                <a:lnTo>
                  <a:pt x="8" y="61"/>
                </a:lnTo>
                <a:lnTo>
                  <a:pt x="7" y="62"/>
                </a:lnTo>
                <a:lnTo>
                  <a:pt x="6" y="63"/>
                </a:lnTo>
                <a:lnTo>
                  <a:pt x="5" y="65"/>
                </a:lnTo>
                <a:lnTo>
                  <a:pt x="5" y="66"/>
                </a:lnTo>
                <a:lnTo>
                  <a:pt x="4" y="67"/>
                </a:lnTo>
                <a:lnTo>
                  <a:pt x="3" y="68"/>
                </a:lnTo>
                <a:lnTo>
                  <a:pt x="2" y="69"/>
                </a:lnTo>
                <a:lnTo>
                  <a:pt x="2" y="70"/>
                </a:lnTo>
                <a:lnTo>
                  <a:pt x="1" y="71"/>
                </a:lnTo>
                <a:lnTo>
                  <a:pt x="1" y="72"/>
                </a:lnTo>
                <a:lnTo>
                  <a:pt x="1" y="74"/>
                </a:lnTo>
                <a:lnTo>
                  <a:pt x="0" y="75"/>
                </a:lnTo>
                <a:lnTo>
                  <a:pt x="0" y="76"/>
                </a:lnTo>
                <a:lnTo>
                  <a:pt x="0" y="77"/>
                </a:lnTo>
                <a:lnTo>
                  <a:pt x="0" y="78"/>
                </a:lnTo>
                <a:lnTo>
                  <a:pt x="0" y="79"/>
                </a:lnTo>
                <a:lnTo>
                  <a:pt x="0" y="80"/>
                </a:lnTo>
                <a:lnTo>
                  <a:pt x="0" y="82"/>
                </a:lnTo>
                <a:lnTo>
                  <a:pt x="1" y="83"/>
                </a:lnTo>
                <a:lnTo>
                  <a:pt x="1" y="84"/>
                </a:lnTo>
                <a:lnTo>
                  <a:pt x="1" y="85"/>
                </a:lnTo>
                <a:lnTo>
                  <a:pt x="2" y="86"/>
                </a:lnTo>
                <a:lnTo>
                  <a:pt x="2" y="87"/>
                </a:lnTo>
                <a:lnTo>
                  <a:pt x="3" y="88"/>
                </a:lnTo>
                <a:lnTo>
                  <a:pt x="4" y="89"/>
                </a:lnTo>
                <a:lnTo>
                  <a:pt x="5" y="91"/>
                </a:lnTo>
                <a:lnTo>
                  <a:pt x="5" y="92"/>
                </a:lnTo>
                <a:lnTo>
                  <a:pt x="6" y="93"/>
                </a:lnTo>
                <a:lnTo>
                  <a:pt x="7" y="94"/>
                </a:lnTo>
                <a:lnTo>
                  <a:pt x="8" y="95"/>
                </a:lnTo>
                <a:lnTo>
                  <a:pt x="9" y="96"/>
                </a:lnTo>
                <a:lnTo>
                  <a:pt x="10" y="97"/>
                </a:lnTo>
                <a:lnTo>
                  <a:pt x="11" y="98"/>
                </a:lnTo>
                <a:lnTo>
                  <a:pt x="12" y="100"/>
                </a:lnTo>
                <a:lnTo>
                  <a:pt x="14" y="101"/>
                </a:lnTo>
                <a:lnTo>
                  <a:pt x="15" y="102"/>
                </a:lnTo>
                <a:lnTo>
                  <a:pt x="16" y="103"/>
                </a:lnTo>
                <a:lnTo>
                  <a:pt x="17" y="104"/>
                </a:lnTo>
                <a:lnTo>
                  <a:pt x="18" y="105"/>
                </a:lnTo>
                <a:lnTo>
                  <a:pt x="19" y="106"/>
                </a:lnTo>
                <a:lnTo>
                  <a:pt x="20" y="108"/>
                </a:lnTo>
                <a:lnTo>
                  <a:pt x="22" y="109"/>
                </a:lnTo>
                <a:lnTo>
                  <a:pt x="23" y="110"/>
                </a:lnTo>
                <a:lnTo>
                  <a:pt x="24" y="111"/>
                </a:lnTo>
                <a:lnTo>
                  <a:pt x="25" y="112"/>
                </a:lnTo>
                <a:lnTo>
                  <a:pt x="26" y="113"/>
                </a:lnTo>
                <a:lnTo>
                  <a:pt x="27" y="114"/>
                </a:lnTo>
                <a:lnTo>
                  <a:pt x="28" y="115"/>
                </a:lnTo>
                <a:lnTo>
                  <a:pt x="29" y="117"/>
                </a:lnTo>
                <a:lnTo>
                  <a:pt x="29" y="118"/>
                </a:lnTo>
                <a:lnTo>
                  <a:pt x="30" y="119"/>
                </a:lnTo>
                <a:lnTo>
                  <a:pt x="31" y="120"/>
                </a:lnTo>
                <a:lnTo>
                  <a:pt x="32" y="121"/>
                </a:lnTo>
                <a:lnTo>
                  <a:pt x="32" y="122"/>
                </a:lnTo>
                <a:lnTo>
                  <a:pt x="33" y="123"/>
                </a:lnTo>
                <a:lnTo>
                  <a:pt x="33" y="124"/>
                </a:lnTo>
                <a:lnTo>
                  <a:pt x="33" y="126"/>
                </a:lnTo>
                <a:lnTo>
                  <a:pt x="34" y="127"/>
                </a:lnTo>
                <a:lnTo>
                  <a:pt x="34" y="128"/>
                </a:lnTo>
                <a:lnTo>
                  <a:pt x="34" y="129"/>
                </a:lnTo>
                <a:lnTo>
                  <a:pt x="34" y="130"/>
                </a:lnTo>
                <a:lnTo>
                  <a:pt x="34" y="131"/>
                </a:lnTo>
                <a:lnTo>
                  <a:pt x="34" y="132"/>
                </a:lnTo>
                <a:lnTo>
                  <a:pt x="34" y="134"/>
                </a:lnTo>
                <a:lnTo>
                  <a:pt x="33" y="135"/>
                </a:lnTo>
                <a:lnTo>
                  <a:pt x="33" y="136"/>
                </a:lnTo>
                <a:lnTo>
                  <a:pt x="33" y="137"/>
                </a:lnTo>
                <a:lnTo>
                  <a:pt x="32" y="138"/>
                </a:lnTo>
                <a:lnTo>
                  <a:pt x="32" y="139"/>
                </a:lnTo>
                <a:lnTo>
                  <a:pt x="31" y="140"/>
                </a:lnTo>
                <a:lnTo>
                  <a:pt x="30" y="141"/>
                </a:lnTo>
                <a:lnTo>
                  <a:pt x="29" y="143"/>
                </a:lnTo>
                <a:lnTo>
                  <a:pt x="29" y="144"/>
                </a:lnTo>
                <a:lnTo>
                  <a:pt x="28" y="145"/>
                </a:lnTo>
                <a:lnTo>
                  <a:pt x="27" y="146"/>
                </a:lnTo>
                <a:lnTo>
                  <a:pt x="26" y="147"/>
                </a:lnTo>
                <a:lnTo>
                  <a:pt x="25" y="148"/>
                </a:lnTo>
                <a:lnTo>
                  <a:pt x="24" y="149"/>
                </a:lnTo>
                <a:lnTo>
                  <a:pt x="23" y="150"/>
                </a:lnTo>
                <a:lnTo>
                  <a:pt x="22" y="152"/>
                </a:lnTo>
                <a:lnTo>
                  <a:pt x="20" y="153"/>
                </a:lnTo>
                <a:lnTo>
                  <a:pt x="19" y="154"/>
                </a:lnTo>
                <a:lnTo>
                  <a:pt x="18" y="155"/>
                </a:lnTo>
                <a:lnTo>
                  <a:pt x="17" y="156"/>
                </a:lnTo>
                <a:lnTo>
                  <a:pt x="16" y="157"/>
                </a:lnTo>
                <a:lnTo>
                  <a:pt x="15" y="158"/>
                </a:lnTo>
                <a:lnTo>
                  <a:pt x="14" y="160"/>
                </a:lnTo>
                <a:lnTo>
                  <a:pt x="12" y="161"/>
                </a:lnTo>
                <a:lnTo>
                  <a:pt x="11" y="162"/>
                </a:lnTo>
                <a:lnTo>
                  <a:pt x="10" y="163"/>
                </a:lnTo>
                <a:lnTo>
                  <a:pt x="9" y="164"/>
                </a:lnTo>
                <a:lnTo>
                  <a:pt x="8" y="165"/>
                </a:lnTo>
                <a:lnTo>
                  <a:pt x="7" y="166"/>
                </a:lnTo>
                <a:lnTo>
                  <a:pt x="6" y="167"/>
                </a:lnTo>
                <a:lnTo>
                  <a:pt x="5" y="169"/>
                </a:lnTo>
                <a:lnTo>
                  <a:pt x="5" y="170"/>
                </a:lnTo>
                <a:lnTo>
                  <a:pt x="4" y="171"/>
                </a:lnTo>
                <a:lnTo>
                  <a:pt x="3" y="172"/>
                </a:lnTo>
                <a:lnTo>
                  <a:pt x="2" y="173"/>
                </a:lnTo>
                <a:lnTo>
                  <a:pt x="2" y="174"/>
                </a:lnTo>
                <a:lnTo>
                  <a:pt x="1" y="175"/>
                </a:lnTo>
                <a:lnTo>
                  <a:pt x="1" y="177"/>
                </a:lnTo>
                <a:lnTo>
                  <a:pt x="1" y="178"/>
                </a:lnTo>
                <a:lnTo>
                  <a:pt x="0" y="179"/>
                </a:lnTo>
                <a:lnTo>
                  <a:pt x="0" y="180"/>
                </a:lnTo>
                <a:lnTo>
                  <a:pt x="0" y="181"/>
                </a:lnTo>
                <a:lnTo>
                  <a:pt x="0" y="182"/>
                </a:lnTo>
                <a:lnTo>
                  <a:pt x="0" y="183"/>
                </a:lnTo>
                <a:lnTo>
                  <a:pt x="0" y="184"/>
                </a:lnTo>
                <a:lnTo>
                  <a:pt x="0" y="186"/>
                </a:lnTo>
                <a:lnTo>
                  <a:pt x="1" y="187"/>
                </a:lnTo>
                <a:lnTo>
                  <a:pt x="1" y="188"/>
                </a:lnTo>
                <a:lnTo>
                  <a:pt x="1" y="189"/>
                </a:lnTo>
                <a:lnTo>
                  <a:pt x="2" y="190"/>
                </a:lnTo>
                <a:lnTo>
                  <a:pt x="2" y="191"/>
                </a:lnTo>
                <a:lnTo>
                  <a:pt x="3" y="192"/>
                </a:lnTo>
                <a:lnTo>
                  <a:pt x="4" y="193"/>
                </a:lnTo>
                <a:lnTo>
                  <a:pt x="5" y="195"/>
                </a:lnTo>
                <a:lnTo>
                  <a:pt x="5" y="196"/>
                </a:lnTo>
                <a:lnTo>
                  <a:pt x="6" y="197"/>
                </a:lnTo>
                <a:lnTo>
                  <a:pt x="7" y="198"/>
                </a:lnTo>
                <a:lnTo>
                  <a:pt x="8" y="199"/>
                </a:lnTo>
                <a:lnTo>
                  <a:pt x="9" y="200"/>
                </a:lnTo>
                <a:lnTo>
                  <a:pt x="10" y="201"/>
                </a:lnTo>
                <a:lnTo>
                  <a:pt x="11" y="203"/>
                </a:lnTo>
                <a:lnTo>
                  <a:pt x="12" y="204"/>
                </a:lnTo>
                <a:lnTo>
                  <a:pt x="14" y="205"/>
                </a:lnTo>
                <a:lnTo>
                  <a:pt x="15" y="206"/>
                </a:lnTo>
                <a:lnTo>
                  <a:pt x="16" y="207"/>
                </a:lnTo>
                <a:lnTo>
                  <a:pt x="17" y="208"/>
                </a:lnTo>
                <a:lnTo>
                  <a:pt x="18" y="209"/>
                </a:lnTo>
                <a:lnTo>
                  <a:pt x="19" y="210"/>
                </a:lnTo>
                <a:lnTo>
                  <a:pt x="20" y="212"/>
                </a:lnTo>
                <a:lnTo>
                  <a:pt x="22" y="213"/>
                </a:lnTo>
                <a:lnTo>
                  <a:pt x="23" y="214"/>
                </a:lnTo>
                <a:lnTo>
                  <a:pt x="24" y="215"/>
                </a:lnTo>
                <a:lnTo>
                  <a:pt x="25" y="216"/>
                </a:lnTo>
                <a:lnTo>
                  <a:pt x="26" y="217"/>
                </a:lnTo>
                <a:lnTo>
                  <a:pt x="27" y="218"/>
                </a:lnTo>
                <a:lnTo>
                  <a:pt x="28" y="219"/>
                </a:lnTo>
                <a:lnTo>
                  <a:pt x="29" y="221"/>
                </a:lnTo>
                <a:lnTo>
                  <a:pt x="29" y="222"/>
                </a:lnTo>
                <a:lnTo>
                  <a:pt x="30" y="223"/>
                </a:lnTo>
                <a:lnTo>
                  <a:pt x="31" y="224"/>
                </a:lnTo>
                <a:lnTo>
                  <a:pt x="32" y="225"/>
                </a:lnTo>
                <a:lnTo>
                  <a:pt x="32" y="226"/>
                </a:lnTo>
                <a:lnTo>
                  <a:pt x="33" y="227"/>
                </a:lnTo>
                <a:lnTo>
                  <a:pt x="33" y="229"/>
                </a:lnTo>
                <a:lnTo>
                  <a:pt x="33" y="230"/>
                </a:lnTo>
                <a:lnTo>
                  <a:pt x="34" y="231"/>
                </a:lnTo>
                <a:lnTo>
                  <a:pt x="34" y="232"/>
                </a:lnTo>
                <a:lnTo>
                  <a:pt x="34" y="233"/>
                </a:lnTo>
                <a:lnTo>
                  <a:pt x="34" y="234"/>
                </a:lnTo>
                <a:lnTo>
                  <a:pt x="34" y="235"/>
                </a:lnTo>
                <a:lnTo>
                  <a:pt x="34" y="236"/>
                </a:lnTo>
                <a:lnTo>
                  <a:pt x="34" y="238"/>
                </a:lnTo>
                <a:lnTo>
                  <a:pt x="33" y="239"/>
                </a:lnTo>
                <a:lnTo>
                  <a:pt x="33" y="240"/>
                </a:lnTo>
                <a:lnTo>
                  <a:pt x="33" y="241"/>
                </a:lnTo>
                <a:lnTo>
                  <a:pt x="32" y="242"/>
                </a:lnTo>
                <a:lnTo>
                  <a:pt x="32" y="243"/>
                </a:lnTo>
                <a:lnTo>
                  <a:pt x="31" y="244"/>
                </a:lnTo>
                <a:lnTo>
                  <a:pt x="30" y="245"/>
                </a:lnTo>
                <a:lnTo>
                  <a:pt x="29" y="247"/>
                </a:lnTo>
                <a:lnTo>
                  <a:pt x="29" y="248"/>
                </a:lnTo>
                <a:lnTo>
                  <a:pt x="28" y="249"/>
                </a:lnTo>
                <a:lnTo>
                  <a:pt x="27" y="250"/>
                </a:lnTo>
                <a:lnTo>
                  <a:pt x="26" y="251"/>
                </a:lnTo>
                <a:lnTo>
                  <a:pt x="25" y="252"/>
                </a:lnTo>
                <a:lnTo>
                  <a:pt x="24" y="253"/>
                </a:lnTo>
                <a:lnTo>
                  <a:pt x="23" y="255"/>
                </a:lnTo>
                <a:lnTo>
                  <a:pt x="22" y="256"/>
                </a:lnTo>
                <a:lnTo>
                  <a:pt x="20" y="257"/>
                </a:lnTo>
                <a:lnTo>
                  <a:pt x="19" y="258"/>
                </a:lnTo>
                <a:lnTo>
                  <a:pt x="18" y="259"/>
                </a:lnTo>
                <a:lnTo>
                  <a:pt x="17" y="260"/>
                </a:lnTo>
                <a:lnTo>
                  <a:pt x="16" y="261"/>
                </a:lnTo>
                <a:lnTo>
                  <a:pt x="15" y="262"/>
                </a:lnTo>
                <a:lnTo>
                  <a:pt x="14" y="264"/>
                </a:lnTo>
                <a:lnTo>
                  <a:pt x="12" y="265"/>
                </a:lnTo>
                <a:lnTo>
                  <a:pt x="11" y="266"/>
                </a:lnTo>
                <a:lnTo>
                  <a:pt x="10" y="267"/>
                </a:lnTo>
                <a:lnTo>
                  <a:pt x="9" y="268"/>
                </a:lnTo>
                <a:lnTo>
                  <a:pt x="8" y="269"/>
                </a:lnTo>
                <a:lnTo>
                  <a:pt x="7" y="270"/>
                </a:lnTo>
                <a:lnTo>
                  <a:pt x="6" y="272"/>
                </a:lnTo>
                <a:lnTo>
                  <a:pt x="5" y="273"/>
                </a:lnTo>
                <a:lnTo>
                  <a:pt x="5" y="274"/>
                </a:lnTo>
                <a:lnTo>
                  <a:pt x="4" y="275"/>
                </a:lnTo>
                <a:lnTo>
                  <a:pt x="3" y="276"/>
                </a:lnTo>
                <a:lnTo>
                  <a:pt x="2" y="277"/>
                </a:lnTo>
                <a:lnTo>
                  <a:pt x="2" y="278"/>
                </a:lnTo>
                <a:lnTo>
                  <a:pt x="1" y="279"/>
                </a:lnTo>
                <a:lnTo>
                  <a:pt x="1" y="281"/>
                </a:lnTo>
                <a:lnTo>
                  <a:pt x="1" y="282"/>
                </a:lnTo>
                <a:lnTo>
                  <a:pt x="0" y="283"/>
                </a:lnTo>
                <a:lnTo>
                  <a:pt x="0" y="284"/>
                </a:lnTo>
                <a:lnTo>
                  <a:pt x="0" y="285"/>
                </a:lnTo>
                <a:lnTo>
                  <a:pt x="0" y="286"/>
                </a:lnTo>
                <a:lnTo>
                  <a:pt x="0" y="287"/>
                </a:lnTo>
                <a:lnTo>
                  <a:pt x="0" y="288"/>
                </a:lnTo>
                <a:lnTo>
                  <a:pt x="0" y="290"/>
                </a:lnTo>
                <a:lnTo>
                  <a:pt x="1" y="291"/>
                </a:lnTo>
                <a:lnTo>
                  <a:pt x="1" y="292"/>
                </a:lnTo>
                <a:lnTo>
                  <a:pt x="1" y="293"/>
                </a:lnTo>
                <a:lnTo>
                  <a:pt x="2" y="294"/>
                </a:lnTo>
                <a:lnTo>
                  <a:pt x="2" y="295"/>
                </a:lnTo>
                <a:lnTo>
                  <a:pt x="3" y="296"/>
                </a:lnTo>
                <a:lnTo>
                  <a:pt x="4" y="298"/>
                </a:lnTo>
                <a:lnTo>
                  <a:pt x="5" y="299"/>
                </a:lnTo>
                <a:lnTo>
                  <a:pt x="5" y="300"/>
                </a:lnTo>
                <a:lnTo>
                  <a:pt x="6" y="301"/>
                </a:lnTo>
                <a:lnTo>
                  <a:pt x="7" y="302"/>
                </a:lnTo>
                <a:lnTo>
                  <a:pt x="8" y="303"/>
                </a:lnTo>
                <a:lnTo>
                  <a:pt x="9" y="304"/>
                </a:lnTo>
                <a:lnTo>
                  <a:pt x="10" y="305"/>
                </a:lnTo>
                <a:lnTo>
                  <a:pt x="11" y="307"/>
                </a:lnTo>
                <a:lnTo>
                  <a:pt x="12" y="308"/>
                </a:lnTo>
                <a:lnTo>
                  <a:pt x="14" y="309"/>
                </a:lnTo>
                <a:lnTo>
                  <a:pt x="15" y="310"/>
                </a:lnTo>
                <a:lnTo>
                  <a:pt x="16" y="311"/>
                </a:lnTo>
                <a:lnTo>
                  <a:pt x="17" y="312"/>
                </a:lnTo>
                <a:lnTo>
                  <a:pt x="18" y="313"/>
                </a:lnTo>
                <a:lnTo>
                  <a:pt x="19" y="314"/>
                </a:lnTo>
                <a:lnTo>
                  <a:pt x="20" y="316"/>
                </a:lnTo>
                <a:lnTo>
                  <a:pt x="22" y="317"/>
                </a:lnTo>
                <a:lnTo>
                  <a:pt x="23" y="318"/>
                </a:lnTo>
                <a:lnTo>
                  <a:pt x="24" y="319"/>
                </a:lnTo>
                <a:lnTo>
                  <a:pt x="25" y="320"/>
                </a:lnTo>
                <a:lnTo>
                  <a:pt x="26" y="321"/>
                </a:lnTo>
                <a:lnTo>
                  <a:pt x="27" y="322"/>
                </a:lnTo>
                <a:lnTo>
                  <a:pt x="28" y="324"/>
                </a:lnTo>
                <a:lnTo>
                  <a:pt x="29" y="325"/>
                </a:lnTo>
                <a:lnTo>
                  <a:pt x="29" y="326"/>
                </a:lnTo>
                <a:lnTo>
                  <a:pt x="30" y="327"/>
                </a:lnTo>
                <a:lnTo>
                  <a:pt x="31" y="328"/>
                </a:lnTo>
                <a:lnTo>
                  <a:pt x="32" y="329"/>
                </a:lnTo>
                <a:lnTo>
                  <a:pt x="32" y="330"/>
                </a:lnTo>
                <a:lnTo>
                  <a:pt x="33" y="331"/>
                </a:lnTo>
                <a:lnTo>
                  <a:pt x="33" y="333"/>
                </a:lnTo>
                <a:lnTo>
                  <a:pt x="33" y="334"/>
                </a:lnTo>
                <a:lnTo>
                  <a:pt x="34" y="335"/>
                </a:lnTo>
                <a:lnTo>
                  <a:pt x="34" y="336"/>
                </a:lnTo>
                <a:lnTo>
                  <a:pt x="34" y="337"/>
                </a:lnTo>
                <a:lnTo>
                  <a:pt x="34" y="338"/>
                </a:lnTo>
                <a:lnTo>
                  <a:pt x="34" y="339"/>
                </a:lnTo>
                <a:lnTo>
                  <a:pt x="34" y="34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reeform 30"/>
          <p:cNvSpPr/>
          <p:nvPr/>
        </p:nvSpPr>
        <p:spPr>
          <a:xfrm>
            <a:off x="552218" y="6750389"/>
            <a:ext cx="323714" cy="3237140"/>
          </a:xfrm>
          <a:custGeom>
            <a:avLst/>
            <a:gdLst/>
            <a:ahLst/>
            <a:cxnLst/>
            <a:rect l="l" t="t" r="r" b="b"/>
            <a:pathLst>
              <a:path w="34" h="340">
                <a:moveTo>
                  <a:pt x="17" y="0"/>
                </a:moveTo>
                <a:lnTo>
                  <a:pt x="16" y="1"/>
                </a:lnTo>
                <a:lnTo>
                  <a:pt x="15" y="2"/>
                </a:lnTo>
                <a:lnTo>
                  <a:pt x="14" y="3"/>
                </a:lnTo>
                <a:lnTo>
                  <a:pt x="12" y="5"/>
                </a:lnTo>
                <a:lnTo>
                  <a:pt x="11" y="6"/>
                </a:lnTo>
                <a:lnTo>
                  <a:pt x="10" y="7"/>
                </a:lnTo>
                <a:lnTo>
                  <a:pt x="9" y="8"/>
                </a:lnTo>
                <a:lnTo>
                  <a:pt x="8" y="9"/>
                </a:lnTo>
                <a:lnTo>
                  <a:pt x="7" y="10"/>
                </a:lnTo>
                <a:lnTo>
                  <a:pt x="6" y="11"/>
                </a:lnTo>
                <a:lnTo>
                  <a:pt x="5" y="13"/>
                </a:lnTo>
                <a:lnTo>
                  <a:pt x="5" y="14"/>
                </a:lnTo>
                <a:lnTo>
                  <a:pt x="4" y="15"/>
                </a:lnTo>
                <a:lnTo>
                  <a:pt x="3" y="16"/>
                </a:lnTo>
                <a:lnTo>
                  <a:pt x="2" y="17"/>
                </a:lnTo>
                <a:lnTo>
                  <a:pt x="2" y="18"/>
                </a:lnTo>
                <a:lnTo>
                  <a:pt x="1" y="19"/>
                </a:lnTo>
                <a:lnTo>
                  <a:pt x="1" y="20"/>
                </a:lnTo>
                <a:lnTo>
                  <a:pt x="1" y="22"/>
                </a:lnTo>
                <a:lnTo>
                  <a:pt x="0" y="23"/>
                </a:lnTo>
                <a:lnTo>
                  <a:pt x="0" y="24"/>
                </a:lnTo>
                <a:lnTo>
                  <a:pt x="0" y="25"/>
                </a:lnTo>
                <a:lnTo>
                  <a:pt x="0" y="26"/>
                </a:lnTo>
                <a:lnTo>
                  <a:pt x="0" y="27"/>
                </a:lnTo>
                <a:lnTo>
                  <a:pt x="0" y="28"/>
                </a:lnTo>
                <a:lnTo>
                  <a:pt x="0" y="29"/>
                </a:lnTo>
                <a:lnTo>
                  <a:pt x="1" y="31"/>
                </a:lnTo>
                <a:lnTo>
                  <a:pt x="1" y="32"/>
                </a:lnTo>
                <a:lnTo>
                  <a:pt x="1" y="33"/>
                </a:lnTo>
                <a:lnTo>
                  <a:pt x="2" y="34"/>
                </a:lnTo>
                <a:lnTo>
                  <a:pt x="2" y="35"/>
                </a:lnTo>
                <a:lnTo>
                  <a:pt x="3" y="36"/>
                </a:lnTo>
                <a:lnTo>
                  <a:pt x="4" y="37"/>
                </a:lnTo>
                <a:lnTo>
                  <a:pt x="5" y="39"/>
                </a:lnTo>
                <a:lnTo>
                  <a:pt x="5" y="40"/>
                </a:lnTo>
                <a:lnTo>
                  <a:pt x="6" y="41"/>
                </a:lnTo>
                <a:lnTo>
                  <a:pt x="7" y="42"/>
                </a:lnTo>
                <a:lnTo>
                  <a:pt x="8" y="43"/>
                </a:lnTo>
                <a:lnTo>
                  <a:pt x="9" y="44"/>
                </a:lnTo>
                <a:lnTo>
                  <a:pt x="10" y="45"/>
                </a:lnTo>
                <a:lnTo>
                  <a:pt x="11" y="46"/>
                </a:lnTo>
                <a:lnTo>
                  <a:pt x="12" y="48"/>
                </a:lnTo>
                <a:lnTo>
                  <a:pt x="14" y="49"/>
                </a:lnTo>
                <a:lnTo>
                  <a:pt x="15" y="50"/>
                </a:lnTo>
                <a:lnTo>
                  <a:pt x="16" y="51"/>
                </a:lnTo>
                <a:lnTo>
                  <a:pt x="17" y="52"/>
                </a:lnTo>
                <a:lnTo>
                  <a:pt x="18" y="53"/>
                </a:lnTo>
                <a:lnTo>
                  <a:pt x="19" y="54"/>
                </a:lnTo>
                <a:lnTo>
                  <a:pt x="20" y="55"/>
                </a:lnTo>
                <a:lnTo>
                  <a:pt x="22" y="57"/>
                </a:lnTo>
                <a:lnTo>
                  <a:pt x="23" y="58"/>
                </a:lnTo>
                <a:lnTo>
                  <a:pt x="24" y="59"/>
                </a:lnTo>
                <a:lnTo>
                  <a:pt x="25" y="60"/>
                </a:lnTo>
                <a:lnTo>
                  <a:pt x="26" y="61"/>
                </a:lnTo>
                <a:lnTo>
                  <a:pt x="27" y="62"/>
                </a:lnTo>
                <a:lnTo>
                  <a:pt x="28" y="63"/>
                </a:lnTo>
                <a:lnTo>
                  <a:pt x="29" y="65"/>
                </a:lnTo>
                <a:lnTo>
                  <a:pt x="29" y="66"/>
                </a:lnTo>
                <a:lnTo>
                  <a:pt x="30" y="67"/>
                </a:lnTo>
                <a:lnTo>
                  <a:pt x="31" y="68"/>
                </a:lnTo>
                <a:lnTo>
                  <a:pt x="32" y="69"/>
                </a:lnTo>
                <a:lnTo>
                  <a:pt x="32" y="70"/>
                </a:lnTo>
                <a:lnTo>
                  <a:pt x="33" y="71"/>
                </a:lnTo>
                <a:lnTo>
                  <a:pt x="33" y="72"/>
                </a:lnTo>
                <a:lnTo>
                  <a:pt x="33" y="74"/>
                </a:lnTo>
                <a:lnTo>
                  <a:pt x="34" y="75"/>
                </a:lnTo>
                <a:lnTo>
                  <a:pt x="34" y="76"/>
                </a:lnTo>
                <a:lnTo>
                  <a:pt x="34" y="77"/>
                </a:lnTo>
                <a:lnTo>
                  <a:pt x="34" y="78"/>
                </a:lnTo>
                <a:lnTo>
                  <a:pt x="34" y="79"/>
                </a:lnTo>
                <a:lnTo>
                  <a:pt x="34" y="80"/>
                </a:lnTo>
                <a:lnTo>
                  <a:pt x="34" y="82"/>
                </a:lnTo>
                <a:lnTo>
                  <a:pt x="33" y="83"/>
                </a:lnTo>
                <a:lnTo>
                  <a:pt x="33" y="84"/>
                </a:lnTo>
                <a:lnTo>
                  <a:pt x="33" y="85"/>
                </a:lnTo>
                <a:lnTo>
                  <a:pt x="32" y="86"/>
                </a:lnTo>
                <a:lnTo>
                  <a:pt x="32" y="87"/>
                </a:lnTo>
                <a:lnTo>
                  <a:pt x="31" y="88"/>
                </a:lnTo>
                <a:lnTo>
                  <a:pt x="30" y="89"/>
                </a:lnTo>
                <a:lnTo>
                  <a:pt x="29" y="91"/>
                </a:lnTo>
                <a:lnTo>
                  <a:pt x="29" y="92"/>
                </a:lnTo>
                <a:lnTo>
                  <a:pt x="28" y="93"/>
                </a:lnTo>
                <a:lnTo>
                  <a:pt x="27" y="94"/>
                </a:lnTo>
                <a:lnTo>
                  <a:pt x="26" y="95"/>
                </a:lnTo>
                <a:lnTo>
                  <a:pt x="25" y="96"/>
                </a:lnTo>
                <a:lnTo>
                  <a:pt x="24" y="97"/>
                </a:lnTo>
                <a:lnTo>
                  <a:pt x="23" y="98"/>
                </a:lnTo>
                <a:lnTo>
                  <a:pt x="22" y="100"/>
                </a:lnTo>
                <a:lnTo>
                  <a:pt x="20" y="101"/>
                </a:lnTo>
                <a:lnTo>
                  <a:pt x="19" y="102"/>
                </a:lnTo>
                <a:lnTo>
                  <a:pt x="18" y="103"/>
                </a:lnTo>
                <a:lnTo>
                  <a:pt x="17" y="104"/>
                </a:lnTo>
                <a:lnTo>
                  <a:pt x="16" y="105"/>
                </a:lnTo>
                <a:lnTo>
                  <a:pt x="15" y="106"/>
                </a:lnTo>
                <a:lnTo>
                  <a:pt x="14" y="108"/>
                </a:lnTo>
                <a:lnTo>
                  <a:pt x="12" y="109"/>
                </a:lnTo>
                <a:lnTo>
                  <a:pt x="11" y="110"/>
                </a:lnTo>
                <a:lnTo>
                  <a:pt x="10" y="111"/>
                </a:lnTo>
                <a:lnTo>
                  <a:pt x="9" y="112"/>
                </a:lnTo>
                <a:lnTo>
                  <a:pt x="8" y="113"/>
                </a:lnTo>
                <a:lnTo>
                  <a:pt x="7" y="114"/>
                </a:lnTo>
                <a:lnTo>
                  <a:pt x="6" y="115"/>
                </a:lnTo>
                <a:lnTo>
                  <a:pt x="5" y="117"/>
                </a:lnTo>
                <a:lnTo>
                  <a:pt x="5" y="118"/>
                </a:lnTo>
                <a:lnTo>
                  <a:pt x="4" y="119"/>
                </a:lnTo>
                <a:lnTo>
                  <a:pt x="3" y="120"/>
                </a:lnTo>
                <a:lnTo>
                  <a:pt x="2" y="121"/>
                </a:lnTo>
                <a:lnTo>
                  <a:pt x="2" y="122"/>
                </a:lnTo>
                <a:lnTo>
                  <a:pt x="1" y="123"/>
                </a:lnTo>
                <a:lnTo>
                  <a:pt x="1" y="124"/>
                </a:lnTo>
                <a:lnTo>
                  <a:pt x="1" y="126"/>
                </a:lnTo>
                <a:lnTo>
                  <a:pt x="0" y="127"/>
                </a:lnTo>
                <a:lnTo>
                  <a:pt x="0" y="128"/>
                </a:lnTo>
                <a:lnTo>
                  <a:pt x="0" y="129"/>
                </a:lnTo>
                <a:lnTo>
                  <a:pt x="0" y="130"/>
                </a:lnTo>
                <a:lnTo>
                  <a:pt x="0" y="131"/>
                </a:lnTo>
                <a:lnTo>
                  <a:pt x="0" y="132"/>
                </a:lnTo>
                <a:lnTo>
                  <a:pt x="0" y="134"/>
                </a:lnTo>
                <a:lnTo>
                  <a:pt x="1" y="135"/>
                </a:lnTo>
                <a:lnTo>
                  <a:pt x="1" y="136"/>
                </a:lnTo>
                <a:lnTo>
                  <a:pt x="1" y="137"/>
                </a:lnTo>
                <a:lnTo>
                  <a:pt x="2" y="138"/>
                </a:lnTo>
                <a:lnTo>
                  <a:pt x="2" y="139"/>
                </a:lnTo>
                <a:lnTo>
                  <a:pt x="3" y="140"/>
                </a:lnTo>
                <a:lnTo>
                  <a:pt x="4" y="141"/>
                </a:lnTo>
                <a:lnTo>
                  <a:pt x="5" y="143"/>
                </a:lnTo>
                <a:lnTo>
                  <a:pt x="5" y="144"/>
                </a:lnTo>
                <a:lnTo>
                  <a:pt x="6" y="145"/>
                </a:lnTo>
                <a:lnTo>
                  <a:pt x="7" y="146"/>
                </a:lnTo>
                <a:lnTo>
                  <a:pt x="8" y="147"/>
                </a:lnTo>
                <a:lnTo>
                  <a:pt x="9" y="148"/>
                </a:lnTo>
                <a:lnTo>
                  <a:pt x="10" y="149"/>
                </a:lnTo>
                <a:lnTo>
                  <a:pt x="11" y="150"/>
                </a:lnTo>
                <a:lnTo>
                  <a:pt x="12" y="152"/>
                </a:lnTo>
                <a:lnTo>
                  <a:pt x="14" y="153"/>
                </a:lnTo>
                <a:lnTo>
                  <a:pt x="15" y="154"/>
                </a:lnTo>
                <a:lnTo>
                  <a:pt x="16" y="155"/>
                </a:lnTo>
                <a:lnTo>
                  <a:pt x="17" y="156"/>
                </a:lnTo>
                <a:lnTo>
                  <a:pt x="18" y="157"/>
                </a:lnTo>
                <a:lnTo>
                  <a:pt x="19" y="158"/>
                </a:lnTo>
                <a:lnTo>
                  <a:pt x="20" y="160"/>
                </a:lnTo>
                <a:lnTo>
                  <a:pt x="22" y="161"/>
                </a:lnTo>
                <a:lnTo>
                  <a:pt x="23" y="162"/>
                </a:lnTo>
                <a:lnTo>
                  <a:pt x="24" y="163"/>
                </a:lnTo>
                <a:lnTo>
                  <a:pt x="25" y="164"/>
                </a:lnTo>
                <a:lnTo>
                  <a:pt x="26" y="165"/>
                </a:lnTo>
                <a:lnTo>
                  <a:pt x="27" y="166"/>
                </a:lnTo>
                <a:lnTo>
                  <a:pt x="28" y="167"/>
                </a:lnTo>
                <a:lnTo>
                  <a:pt x="29" y="169"/>
                </a:lnTo>
                <a:lnTo>
                  <a:pt x="29" y="170"/>
                </a:lnTo>
                <a:lnTo>
                  <a:pt x="30" y="171"/>
                </a:lnTo>
                <a:lnTo>
                  <a:pt x="31" y="172"/>
                </a:lnTo>
                <a:lnTo>
                  <a:pt x="32" y="173"/>
                </a:lnTo>
                <a:lnTo>
                  <a:pt x="32" y="174"/>
                </a:lnTo>
                <a:lnTo>
                  <a:pt x="33" y="175"/>
                </a:lnTo>
                <a:lnTo>
                  <a:pt x="33" y="177"/>
                </a:lnTo>
                <a:lnTo>
                  <a:pt x="33" y="178"/>
                </a:lnTo>
                <a:lnTo>
                  <a:pt x="34" y="179"/>
                </a:lnTo>
                <a:lnTo>
                  <a:pt x="34" y="180"/>
                </a:lnTo>
                <a:lnTo>
                  <a:pt x="34" y="181"/>
                </a:lnTo>
                <a:lnTo>
                  <a:pt x="34" y="182"/>
                </a:lnTo>
                <a:lnTo>
                  <a:pt x="34" y="183"/>
                </a:lnTo>
                <a:lnTo>
                  <a:pt x="34" y="184"/>
                </a:lnTo>
                <a:lnTo>
                  <a:pt x="34" y="186"/>
                </a:lnTo>
                <a:lnTo>
                  <a:pt x="33" y="187"/>
                </a:lnTo>
                <a:lnTo>
                  <a:pt x="33" y="188"/>
                </a:lnTo>
                <a:lnTo>
                  <a:pt x="33" y="189"/>
                </a:lnTo>
                <a:lnTo>
                  <a:pt x="32" y="190"/>
                </a:lnTo>
                <a:lnTo>
                  <a:pt x="32" y="191"/>
                </a:lnTo>
                <a:lnTo>
                  <a:pt x="31" y="192"/>
                </a:lnTo>
                <a:lnTo>
                  <a:pt x="30" y="193"/>
                </a:lnTo>
                <a:lnTo>
                  <a:pt x="29" y="195"/>
                </a:lnTo>
                <a:lnTo>
                  <a:pt x="29" y="196"/>
                </a:lnTo>
                <a:lnTo>
                  <a:pt x="28" y="197"/>
                </a:lnTo>
                <a:lnTo>
                  <a:pt x="27" y="198"/>
                </a:lnTo>
                <a:lnTo>
                  <a:pt x="26" y="199"/>
                </a:lnTo>
                <a:lnTo>
                  <a:pt x="25" y="200"/>
                </a:lnTo>
                <a:lnTo>
                  <a:pt x="24" y="201"/>
                </a:lnTo>
                <a:lnTo>
                  <a:pt x="23" y="203"/>
                </a:lnTo>
                <a:lnTo>
                  <a:pt x="22" y="204"/>
                </a:lnTo>
                <a:lnTo>
                  <a:pt x="20" y="205"/>
                </a:lnTo>
                <a:lnTo>
                  <a:pt x="19" y="206"/>
                </a:lnTo>
                <a:lnTo>
                  <a:pt x="18" y="207"/>
                </a:lnTo>
                <a:lnTo>
                  <a:pt x="17" y="208"/>
                </a:lnTo>
                <a:lnTo>
                  <a:pt x="16" y="209"/>
                </a:lnTo>
                <a:lnTo>
                  <a:pt x="15" y="210"/>
                </a:lnTo>
                <a:lnTo>
                  <a:pt x="14" y="212"/>
                </a:lnTo>
                <a:lnTo>
                  <a:pt x="12" y="213"/>
                </a:lnTo>
                <a:lnTo>
                  <a:pt x="11" y="214"/>
                </a:lnTo>
                <a:lnTo>
                  <a:pt x="10" y="215"/>
                </a:lnTo>
                <a:lnTo>
                  <a:pt x="9" y="216"/>
                </a:lnTo>
                <a:lnTo>
                  <a:pt x="8" y="217"/>
                </a:lnTo>
                <a:lnTo>
                  <a:pt x="7" y="218"/>
                </a:lnTo>
                <a:lnTo>
                  <a:pt x="6" y="219"/>
                </a:lnTo>
                <a:lnTo>
                  <a:pt x="5" y="221"/>
                </a:lnTo>
                <a:lnTo>
                  <a:pt x="5" y="222"/>
                </a:lnTo>
                <a:lnTo>
                  <a:pt x="4" y="223"/>
                </a:lnTo>
                <a:lnTo>
                  <a:pt x="3" y="224"/>
                </a:lnTo>
                <a:lnTo>
                  <a:pt x="2" y="225"/>
                </a:lnTo>
                <a:lnTo>
                  <a:pt x="2" y="226"/>
                </a:lnTo>
                <a:lnTo>
                  <a:pt x="1" y="227"/>
                </a:lnTo>
                <a:lnTo>
                  <a:pt x="1" y="229"/>
                </a:lnTo>
                <a:lnTo>
                  <a:pt x="1" y="230"/>
                </a:lnTo>
                <a:lnTo>
                  <a:pt x="0" y="231"/>
                </a:lnTo>
                <a:lnTo>
                  <a:pt x="0" y="232"/>
                </a:lnTo>
                <a:lnTo>
                  <a:pt x="0" y="233"/>
                </a:lnTo>
                <a:lnTo>
                  <a:pt x="0" y="234"/>
                </a:lnTo>
                <a:lnTo>
                  <a:pt x="0" y="235"/>
                </a:lnTo>
                <a:lnTo>
                  <a:pt x="0" y="236"/>
                </a:lnTo>
                <a:lnTo>
                  <a:pt x="0" y="238"/>
                </a:lnTo>
                <a:lnTo>
                  <a:pt x="1" y="239"/>
                </a:lnTo>
                <a:lnTo>
                  <a:pt x="1" y="240"/>
                </a:lnTo>
                <a:lnTo>
                  <a:pt x="1" y="241"/>
                </a:lnTo>
                <a:lnTo>
                  <a:pt x="2" y="242"/>
                </a:lnTo>
                <a:lnTo>
                  <a:pt x="2" y="243"/>
                </a:lnTo>
                <a:lnTo>
                  <a:pt x="3" y="244"/>
                </a:lnTo>
                <a:lnTo>
                  <a:pt x="4" y="245"/>
                </a:lnTo>
                <a:lnTo>
                  <a:pt x="5" y="247"/>
                </a:lnTo>
                <a:lnTo>
                  <a:pt x="5" y="248"/>
                </a:lnTo>
                <a:lnTo>
                  <a:pt x="6" y="249"/>
                </a:lnTo>
                <a:lnTo>
                  <a:pt x="7" y="250"/>
                </a:lnTo>
                <a:lnTo>
                  <a:pt x="8" y="251"/>
                </a:lnTo>
                <a:lnTo>
                  <a:pt x="9" y="252"/>
                </a:lnTo>
                <a:lnTo>
                  <a:pt x="10" y="253"/>
                </a:lnTo>
                <a:lnTo>
                  <a:pt x="11" y="255"/>
                </a:lnTo>
                <a:lnTo>
                  <a:pt x="12" y="256"/>
                </a:lnTo>
                <a:lnTo>
                  <a:pt x="14" y="257"/>
                </a:lnTo>
                <a:lnTo>
                  <a:pt x="15" y="258"/>
                </a:lnTo>
                <a:lnTo>
                  <a:pt x="16" y="259"/>
                </a:lnTo>
                <a:lnTo>
                  <a:pt x="17" y="260"/>
                </a:lnTo>
                <a:lnTo>
                  <a:pt x="18" y="261"/>
                </a:lnTo>
                <a:lnTo>
                  <a:pt x="19" y="262"/>
                </a:lnTo>
                <a:lnTo>
                  <a:pt x="20" y="264"/>
                </a:lnTo>
                <a:lnTo>
                  <a:pt x="22" y="265"/>
                </a:lnTo>
                <a:lnTo>
                  <a:pt x="23" y="266"/>
                </a:lnTo>
                <a:lnTo>
                  <a:pt x="24" y="267"/>
                </a:lnTo>
                <a:lnTo>
                  <a:pt x="25" y="268"/>
                </a:lnTo>
                <a:lnTo>
                  <a:pt x="26" y="269"/>
                </a:lnTo>
                <a:lnTo>
                  <a:pt x="27" y="270"/>
                </a:lnTo>
                <a:lnTo>
                  <a:pt x="28" y="272"/>
                </a:lnTo>
                <a:lnTo>
                  <a:pt x="29" y="273"/>
                </a:lnTo>
                <a:lnTo>
                  <a:pt x="29" y="274"/>
                </a:lnTo>
                <a:lnTo>
                  <a:pt x="30" y="275"/>
                </a:lnTo>
                <a:lnTo>
                  <a:pt x="31" y="276"/>
                </a:lnTo>
                <a:lnTo>
                  <a:pt x="32" y="277"/>
                </a:lnTo>
                <a:lnTo>
                  <a:pt x="32" y="278"/>
                </a:lnTo>
                <a:lnTo>
                  <a:pt x="33" y="279"/>
                </a:lnTo>
                <a:lnTo>
                  <a:pt x="33" y="281"/>
                </a:lnTo>
                <a:lnTo>
                  <a:pt x="33" y="282"/>
                </a:lnTo>
                <a:lnTo>
                  <a:pt x="34" y="283"/>
                </a:lnTo>
                <a:lnTo>
                  <a:pt x="34" y="284"/>
                </a:lnTo>
                <a:lnTo>
                  <a:pt x="34" y="285"/>
                </a:lnTo>
                <a:lnTo>
                  <a:pt x="34" y="286"/>
                </a:lnTo>
                <a:lnTo>
                  <a:pt x="34" y="287"/>
                </a:lnTo>
                <a:lnTo>
                  <a:pt x="34" y="288"/>
                </a:lnTo>
                <a:lnTo>
                  <a:pt x="34" y="290"/>
                </a:lnTo>
                <a:lnTo>
                  <a:pt x="33" y="291"/>
                </a:lnTo>
                <a:lnTo>
                  <a:pt x="33" y="292"/>
                </a:lnTo>
                <a:lnTo>
                  <a:pt x="33" y="293"/>
                </a:lnTo>
                <a:lnTo>
                  <a:pt x="32" y="294"/>
                </a:lnTo>
                <a:lnTo>
                  <a:pt x="32" y="295"/>
                </a:lnTo>
                <a:lnTo>
                  <a:pt x="31" y="296"/>
                </a:lnTo>
                <a:lnTo>
                  <a:pt x="30" y="298"/>
                </a:lnTo>
                <a:lnTo>
                  <a:pt x="29" y="299"/>
                </a:lnTo>
                <a:lnTo>
                  <a:pt x="29" y="300"/>
                </a:lnTo>
                <a:lnTo>
                  <a:pt x="28" y="301"/>
                </a:lnTo>
                <a:lnTo>
                  <a:pt x="27" y="302"/>
                </a:lnTo>
                <a:lnTo>
                  <a:pt x="26" y="303"/>
                </a:lnTo>
                <a:lnTo>
                  <a:pt x="25" y="304"/>
                </a:lnTo>
                <a:lnTo>
                  <a:pt x="24" y="305"/>
                </a:lnTo>
                <a:lnTo>
                  <a:pt x="23" y="307"/>
                </a:lnTo>
                <a:lnTo>
                  <a:pt x="22" y="308"/>
                </a:lnTo>
                <a:lnTo>
                  <a:pt x="20" y="309"/>
                </a:lnTo>
                <a:lnTo>
                  <a:pt x="19" y="310"/>
                </a:lnTo>
                <a:lnTo>
                  <a:pt x="18" y="311"/>
                </a:lnTo>
                <a:lnTo>
                  <a:pt x="17" y="312"/>
                </a:lnTo>
                <a:lnTo>
                  <a:pt x="16" y="313"/>
                </a:lnTo>
                <a:lnTo>
                  <a:pt x="15" y="314"/>
                </a:lnTo>
                <a:lnTo>
                  <a:pt x="14" y="316"/>
                </a:lnTo>
                <a:lnTo>
                  <a:pt x="12" y="317"/>
                </a:lnTo>
                <a:lnTo>
                  <a:pt x="11" y="318"/>
                </a:lnTo>
                <a:lnTo>
                  <a:pt x="10" y="319"/>
                </a:lnTo>
                <a:lnTo>
                  <a:pt x="9" y="320"/>
                </a:lnTo>
                <a:lnTo>
                  <a:pt x="8" y="321"/>
                </a:lnTo>
                <a:lnTo>
                  <a:pt x="7" y="322"/>
                </a:lnTo>
                <a:lnTo>
                  <a:pt x="6" y="324"/>
                </a:lnTo>
                <a:lnTo>
                  <a:pt x="5" y="325"/>
                </a:lnTo>
                <a:lnTo>
                  <a:pt x="5" y="326"/>
                </a:lnTo>
                <a:lnTo>
                  <a:pt x="4" y="327"/>
                </a:lnTo>
                <a:lnTo>
                  <a:pt x="3" y="328"/>
                </a:lnTo>
                <a:lnTo>
                  <a:pt x="2" y="329"/>
                </a:lnTo>
                <a:lnTo>
                  <a:pt x="2" y="330"/>
                </a:lnTo>
                <a:lnTo>
                  <a:pt x="1" y="331"/>
                </a:lnTo>
                <a:lnTo>
                  <a:pt x="1" y="333"/>
                </a:lnTo>
                <a:lnTo>
                  <a:pt x="1" y="334"/>
                </a:lnTo>
                <a:lnTo>
                  <a:pt x="0" y="335"/>
                </a:lnTo>
                <a:lnTo>
                  <a:pt x="0" y="336"/>
                </a:lnTo>
                <a:lnTo>
                  <a:pt x="0" y="337"/>
                </a:lnTo>
                <a:lnTo>
                  <a:pt x="0" y="338"/>
                </a:lnTo>
                <a:lnTo>
                  <a:pt x="0" y="339"/>
                </a:lnTo>
                <a:lnTo>
                  <a:pt x="0" y="34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552218" y="6750389"/>
            <a:ext cx="323714" cy="3237140"/>
          </a:xfrm>
          <a:custGeom>
            <a:avLst/>
            <a:gdLst/>
            <a:ahLst/>
            <a:cxnLst/>
            <a:rect l="l" t="t" r="r" b="b"/>
            <a:pathLst>
              <a:path w="34" h="340">
                <a:moveTo>
                  <a:pt x="17" y="0"/>
                </a:moveTo>
                <a:lnTo>
                  <a:pt x="18" y="1"/>
                </a:lnTo>
                <a:lnTo>
                  <a:pt x="19" y="2"/>
                </a:lnTo>
                <a:lnTo>
                  <a:pt x="20" y="3"/>
                </a:lnTo>
                <a:lnTo>
                  <a:pt x="22" y="5"/>
                </a:lnTo>
                <a:lnTo>
                  <a:pt x="23" y="6"/>
                </a:lnTo>
                <a:lnTo>
                  <a:pt x="24" y="7"/>
                </a:lnTo>
                <a:lnTo>
                  <a:pt x="25" y="8"/>
                </a:lnTo>
                <a:lnTo>
                  <a:pt x="26" y="9"/>
                </a:lnTo>
                <a:lnTo>
                  <a:pt x="27" y="10"/>
                </a:lnTo>
                <a:lnTo>
                  <a:pt x="28" y="11"/>
                </a:lnTo>
                <a:lnTo>
                  <a:pt x="29" y="13"/>
                </a:lnTo>
                <a:lnTo>
                  <a:pt x="29" y="14"/>
                </a:lnTo>
                <a:lnTo>
                  <a:pt x="30" y="15"/>
                </a:lnTo>
                <a:lnTo>
                  <a:pt x="31" y="16"/>
                </a:lnTo>
                <a:lnTo>
                  <a:pt x="32" y="17"/>
                </a:lnTo>
                <a:lnTo>
                  <a:pt x="32" y="18"/>
                </a:lnTo>
                <a:lnTo>
                  <a:pt x="33" y="19"/>
                </a:lnTo>
                <a:lnTo>
                  <a:pt x="33" y="20"/>
                </a:lnTo>
                <a:lnTo>
                  <a:pt x="33" y="22"/>
                </a:lnTo>
                <a:lnTo>
                  <a:pt x="34" y="23"/>
                </a:lnTo>
                <a:lnTo>
                  <a:pt x="34" y="24"/>
                </a:lnTo>
                <a:lnTo>
                  <a:pt x="34" y="25"/>
                </a:lnTo>
                <a:lnTo>
                  <a:pt x="34" y="26"/>
                </a:lnTo>
                <a:lnTo>
                  <a:pt x="34" y="27"/>
                </a:lnTo>
                <a:lnTo>
                  <a:pt x="34" y="28"/>
                </a:lnTo>
                <a:lnTo>
                  <a:pt x="34" y="29"/>
                </a:lnTo>
                <a:lnTo>
                  <a:pt x="33" y="31"/>
                </a:lnTo>
                <a:lnTo>
                  <a:pt x="33" y="32"/>
                </a:lnTo>
                <a:lnTo>
                  <a:pt x="33" y="33"/>
                </a:lnTo>
                <a:lnTo>
                  <a:pt x="32" y="34"/>
                </a:lnTo>
                <a:lnTo>
                  <a:pt x="32" y="35"/>
                </a:lnTo>
                <a:lnTo>
                  <a:pt x="31" y="36"/>
                </a:lnTo>
                <a:lnTo>
                  <a:pt x="30" y="37"/>
                </a:lnTo>
                <a:lnTo>
                  <a:pt x="29" y="39"/>
                </a:lnTo>
                <a:lnTo>
                  <a:pt x="29" y="40"/>
                </a:lnTo>
                <a:lnTo>
                  <a:pt x="28" y="41"/>
                </a:lnTo>
                <a:lnTo>
                  <a:pt x="27" y="42"/>
                </a:lnTo>
                <a:lnTo>
                  <a:pt x="26" y="43"/>
                </a:lnTo>
                <a:lnTo>
                  <a:pt x="25" y="44"/>
                </a:lnTo>
                <a:lnTo>
                  <a:pt x="24" y="45"/>
                </a:lnTo>
                <a:lnTo>
                  <a:pt x="23" y="46"/>
                </a:lnTo>
                <a:lnTo>
                  <a:pt x="22" y="48"/>
                </a:lnTo>
                <a:lnTo>
                  <a:pt x="20" y="49"/>
                </a:lnTo>
                <a:lnTo>
                  <a:pt x="19" y="50"/>
                </a:lnTo>
                <a:lnTo>
                  <a:pt x="18" y="51"/>
                </a:lnTo>
                <a:lnTo>
                  <a:pt x="17" y="52"/>
                </a:lnTo>
                <a:lnTo>
                  <a:pt x="16" y="53"/>
                </a:lnTo>
                <a:lnTo>
                  <a:pt x="15" y="54"/>
                </a:lnTo>
                <a:lnTo>
                  <a:pt x="14" y="55"/>
                </a:lnTo>
                <a:lnTo>
                  <a:pt x="12" y="57"/>
                </a:lnTo>
                <a:lnTo>
                  <a:pt x="11" y="58"/>
                </a:lnTo>
                <a:lnTo>
                  <a:pt x="10" y="59"/>
                </a:lnTo>
                <a:lnTo>
                  <a:pt x="9" y="60"/>
                </a:lnTo>
                <a:lnTo>
                  <a:pt x="8" y="61"/>
                </a:lnTo>
                <a:lnTo>
                  <a:pt x="7" y="62"/>
                </a:lnTo>
                <a:lnTo>
                  <a:pt x="6" y="63"/>
                </a:lnTo>
                <a:lnTo>
                  <a:pt x="5" y="65"/>
                </a:lnTo>
                <a:lnTo>
                  <a:pt x="5" y="66"/>
                </a:lnTo>
                <a:lnTo>
                  <a:pt x="4" y="67"/>
                </a:lnTo>
                <a:lnTo>
                  <a:pt x="3" y="68"/>
                </a:lnTo>
                <a:lnTo>
                  <a:pt x="2" y="69"/>
                </a:lnTo>
                <a:lnTo>
                  <a:pt x="2" y="70"/>
                </a:lnTo>
                <a:lnTo>
                  <a:pt x="1" y="71"/>
                </a:lnTo>
                <a:lnTo>
                  <a:pt x="1" y="72"/>
                </a:lnTo>
                <a:lnTo>
                  <a:pt x="1" y="74"/>
                </a:lnTo>
                <a:lnTo>
                  <a:pt x="0" y="75"/>
                </a:lnTo>
                <a:lnTo>
                  <a:pt x="0" y="76"/>
                </a:lnTo>
                <a:lnTo>
                  <a:pt x="0" y="77"/>
                </a:lnTo>
                <a:lnTo>
                  <a:pt x="0" y="78"/>
                </a:lnTo>
                <a:lnTo>
                  <a:pt x="0" y="79"/>
                </a:lnTo>
                <a:lnTo>
                  <a:pt x="0" y="80"/>
                </a:lnTo>
                <a:lnTo>
                  <a:pt x="0" y="82"/>
                </a:lnTo>
                <a:lnTo>
                  <a:pt x="1" y="83"/>
                </a:lnTo>
                <a:lnTo>
                  <a:pt x="1" y="84"/>
                </a:lnTo>
                <a:lnTo>
                  <a:pt x="1" y="85"/>
                </a:lnTo>
                <a:lnTo>
                  <a:pt x="2" y="86"/>
                </a:lnTo>
                <a:lnTo>
                  <a:pt x="2" y="87"/>
                </a:lnTo>
                <a:lnTo>
                  <a:pt x="3" y="88"/>
                </a:lnTo>
                <a:lnTo>
                  <a:pt x="4" y="89"/>
                </a:lnTo>
                <a:lnTo>
                  <a:pt x="5" y="91"/>
                </a:lnTo>
                <a:lnTo>
                  <a:pt x="5" y="92"/>
                </a:lnTo>
                <a:lnTo>
                  <a:pt x="6" y="93"/>
                </a:lnTo>
                <a:lnTo>
                  <a:pt x="7" y="94"/>
                </a:lnTo>
                <a:lnTo>
                  <a:pt x="8" y="95"/>
                </a:lnTo>
                <a:lnTo>
                  <a:pt x="9" y="96"/>
                </a:lnTo>
                <a:lnTo>
                  <a:pt x="10" y="97"/>
                </a:lnTo>
                <a:lnTo>
                  <a:pt x="11" y="98"/>
                </a:lnTo>
                <a:lnTo>
                  <a:pt x="12" y="100"/>
                </a:lnTo>
                <a:lnTo>
                  <a:pt x="14" y="101"/>
                </a:lnTo>
                <a:lnTo>
                  <a:pt x="15" y="102"/>
                </a:lnTo>
                <a:lnTo>
                  <a:pt x="16" y="103"/>
                </a:lnTo>
                <a:lnTo>
                  <a:pt x="17" y="104"/>
                </a:lnTo>
                <a:lnTo>
                  <a:pt x="18" y="105"/>
                </a:lnTo>
                <a:lnTo>
                  <a:pt x="19" y="106"/>
                </a:lnTo>
                <a:lnTo>
                  <a:pt x="20" y="108"/>
                </a:lnTo>
                <a:lnTo>
                  <a:pt x="22" y="109"/>
                </a:lnTo>
                <a:lnTo>
                  <a:pt x="23" y="110"/>
                </a:lnTo>
                <a:lnTo>
                  <a:pt x="24" y="111"/>
                </a:lnTo>
                <a:lnTo>
                  <a:pt x="25" y="112"/>
                </a:lnTo>
                <a:lnTo>
                  <a:pt x="26" y="113"/>
                </a:lnTo>
                <a:lnTo>
                  <a:pt x="27" y="114"/>
                </a:lnTo>
                <a:lnTo>
                  <a:pt x="28" y="115"/>
                </a:lnTo>
                <a:lnTo>
                  <a:pt x="29" y="117"/>
                </a:lnTo>
                <a:lnTo>
                  <a:pt x="29" y="118"/>
                </a:lnTo>
                <a:lnTo>
                  <a:pt x="30" y="119"/>
                </a:lnTo>
                <a:lnTo>
                  <a:pt x="31" y="120"/>
                </a:lnTo>
                <a:lnTo>
                  <a:pt x="32" y="121"/>
                </a:lnTo>
                <a:lnTo>
                  <a:pt x="32" y="122"/>
                </a:lnTo>
                <a:lnTo>
                  <a:pt x="33" y="123"/>
                </a:lnTo>
                <a:lnTo>
                  <a:pt x="33" y="124"/>
                </a:lnTo>
                <a:lnTo>
                  <a:pt x="33" y="126"/>
                </a:lnTo>
                <a:lnTo>
                  <a:pt x="34" y="127"/>
                </a:lnTo>
                <a:lnTo>
                  <a:pt x="34" y="128"/>
                </a:lnTo>
                <a:lnTo>
                  <a:pt x="34" y="129"/>
                </a:lnTo>
                <a:lnTo>
                  <a:pt x="34" y="130"/>
                </a:lnTo>
                <a:lnTo>
                  <a:pt x="34" y="131"/>
                </a:lnTo>
                <a:lnTo>
                  <a:pt x="34" y="132"/>
                </a:lnTo>
                <a:lnTo>
                  <a:pt x="34" y="134"/>
                </a:lnTo>
                <a:lnTo>
                  <a:pt x="33" y="135"/>
                </a:lnTo>
                <a:lnTo>
                  <a:pt x="33" y="136"/>
                </a:lnTo>
                <a:lnTo>
                  <a:pt x="33" y="137"/>
                </a:lnTo>
                <a:lnTo>
                  <a:pt x="32" y="138"/>
                </a:lnTo>
                <a:lnTo>
                  <a:pt x="32" y="139"/>
                </a:lnTo>
                <a:lnTo>
                  <a:pt x="31" y="140"/>
                </a:lnTo>
                <a:lnTo>
                  <a:pt x="30" y="141"/>
                </a:lnTo>
                <a:lnTo>
                  <a:pt x="29" y="143"/>
                </a:lnTo>
                <a:lnTo>
                  <a:pt x="29" y="144"/>
                </a:lnTo>
                <a:lnTo>
                  <a:pt x="28" y="145"/>
                </a:lnTo>
                <a:lnTo>
                  <a:pt x="27" y="146"/>
                </a:lnTo>
                <a:lnTo>
                  <a:pt x="26" y="147"/>
                </a:lnTo>
                <a:lnTo>
                  <a:pt x="25" y="148"/>
                </a:lnTo>
                <a:lnTo>
                  <a:pt x="24" y="149"/>
                </a:lnTo>
                <a:lnTo>
                  <a:pt x="23" y="150"/>
                </a:lnTo>
                <a:lnTo>
                  <a:pt x="22" y="152"/>
                </a:lnTo>
                <a:lnTo>
                  <a:pt x="20" y="153"/>
                </a:lnTo>
                <a:lnTo>
                  <a:pt x="19" y="154"/>
                </a:lnTo>
                <a:lnTo>
                  <a:pt x="18" y="155"/>
                </a:lnTo>
                <a:lnTo>
                  <a:pt x="17" y="156"/>
                </a:lnTo>
                <a:lnTo>
                  <a:pt x="16" y="157"/>
                </a:lnTo>
                <a:lnTo>
                  <a:pt x="15" y="158"/>
                </a:lnTo>
                <a:lnTo>
                  <a:pt x="14" y="160"/>
                </a:lnTo>
                <a:lnTo>
                  <a:pt x="12" y="161"/>
                </a:lnTo>
                <a:lnTo>
                  <a:pt x="11" y="162"/>
                </a:lnTo>
                <a:lnTo>
                  <a:pt x="10" y="163"/>
                </a:lnTo>
                <a:lnTo>
                  <a:pt x="9" y="164"/>
                </a:lnTo>
                <a:lnTo>
                  <a:pt x="8" y="165"/>
                </a:lnTo>
                <a:lnTo>
                  <a:pt x="7" y="166"/>
                </a:lnTo>
                <a:lnTo>
                  <a:pt x="6" y="167"/>
                </a:lnTo>
                <a:lnTo>
                  <a:pt x="5" y="169"/>
                </a:lnTo>
                <a:lnTo>
                  <a:pt x="5" y="170"/>
                </a:lnTo>
                <a:lnTo>
                  <a:pt x="4" y="171"/>
                </a:lnTo>
                <a:lnTo>
                  <a:pt x="3" y="172"/>
                </a:lnTo>
                <a:lnTo>
                  <a:pt x="2" y="173"/>
                </a:lnTo>
                <a:lnTo>
                  <a:pt x="2" y="174"/>
                </a:lnTo>
                <a:lnTo>
                  <a:pt x="1" y="175"/>
                </a:lnTo>
                <a:lnTo>
                  <a:pt x="1" y="177"/>
                </a:lnTo>
                <a:lnTo>
                  <a:pt x="1" y="178"/>
                </a:lnTo>
                <a:lnTo>
                  <a:pt x="0" y="179"/>
                </a:lnTo>
                <a:lnTo>
                  <a:pt x="0" y="180"/>
                </a:lnTo>
                <a:lnTo>
                  <a:pt x="0" y="181"/>
                </a:lnTo>
                <a:lnTo>
                  <a:pt x="0" y="182"/>
                </a:lnTo>
                <a:lnTo>
                  <a:pt x="0" y="183"/>
                </a:lnTo>
                <a:lnTo>
                  <a:pt x="0" y="184"/>
                </a:lnTo>
                <a:lnTo>
                  <a:pt x="0" y="186"/>
                </a:lnTo>
                <a:lnTo>
                  <a:pt x="1" y="187"/>
                </a:lnTo>
                <a:lnTo>
                  <a:pt x="1" y="188"/>
                </a:lnTo>
                <a:lnTo>
                  <a:pt x="1" y="189"/>
                </a:lnTo>
                <a:lnTo>
                  <a:pt x="2" y="190"/>
                </a:lnTo>
                <a:lnTo>
                  <a:pt x="2" y="191"/>
                </a:lnTo>
                <a:lnTo>
                  <a:pt x="3" y="192"/>
                </a:lnTo>
                <a:lnTo>
                  <a:pt x="4" y="193"/>
                </a:lnTo>
                <a:lnTo>
                  <a:pt x="5" y="195"/>
                </a:lnTo>
                <a:lnTo>
                  <a:pt x="5" y="196"/>
                </a:lnTo>
                <a:lnTo>
                  <a:pt x="6" y="197"/>
                </a:lnTo>
                <a:lnTo>
                  <a:pt x="7" y="198"/>
                </a:lnTo>
                <a:lnTo>
                  <a:pt x="8" y="199"/>
                </a:lnTo>
                <a:lnTo>
                  <a:pt x="9" y="200"/>
                </a:lnTo>
                <a:lnTo>
                  <a:pt x="10" y="201"/>
                </a:lnTo>
                <a:lnTo>
                  <a:pt x="11" y="203"/>
                </a:lnTo>
                <a:lnTo>
                  <a:pt x="12" y="204"/>
                </a:lnTo>
                <a:lnTo>
                  <a:pt x="14" y="205"/>
                </a:lnTo>
                <a:lnTo>
                  <a:pt x="15" y="206"/>
                </a:lnTo>
                <a:lnTo>
                  <a:pt x="16" y="207"/>
                </a:lnTo>
                <a:lnTo>
                  <a:pt x="17" y="208"/>
                </a:lnTo>
                <a:lnTo>
                  <a:pt x="18" y="209"/>
                </a:lnTo>
                <a:lnTo>
                  <a:pt x="19" y="210"/>
                </a:lnTo>
                <a:lnTo>
                  <a:pt x="20" y="212"/>
                </a:lnTo>
                <a:lnTo>
                  <a:pt x="22" y="213"/>
                </a:lnTo>
                <a:lnTo>
                  <a:pt x="23" y="214"/>
                </a:lnTo>
                <a:lnTo>
                  <a:pt x="24" y="215"/>
                </a:lnTo>
                <a:lnTo>
                  <a:pt x="25" y="216"/>
                </a:lnTo>
                <a:lnTo>
                  <a:pt x="26" y="217"/>
                </a:lnTo>
                <a:lnTo>
                  <a:pt x="27" y="218"/>
                </a:lnTo>
                <a:lnTo>
                  <a:pt x="28" y="219"/>
                </a:lnTo>
                <a:lnTo>
                  <a:pt x="29" y="221"/>
                </a:lnTo>
                <a:lnTo>
                  <a:pt x="29" y="222"/>
                </a:lnTo>
                <a:lnTo>
                  <a:pt x="30" y="223"/>
                </a:lnTo>
                <a:lnTo>
                  <a:pt x="31" y="224"/>
                </a:lnTo>
                <a:lnTo>
                  <a:pt x="32" y="225"/>
                </a:lnTo>
                <a:lnTo>
                  <a:pt x="32" y="226"/>
                </a:lnTo>
                <a:lnTo>
                  <a:pt x="33" y="227"/>
                </a:lnTo>
                <a:lnTo>
                  <a:pt x="33" y="229"/>
                </a:lnTo>
                <a:lnTo>
                  <a:pt x="33" y="230"/>
                </a:lnTo>
                <a:lnTo>
                  <a:pt x="34" y="231"/>
                </a:lnTo>
                <a:lnTo>
                  <a:pt x="34" y="232"/>
                </a:lnTo>
                <a:lnTo>
                  <a:pt x="34" y="233"/>
                </a:lnTo>
                <a:lnTo>
                  <a:pt x="34" y="234"/>
                </a:lnTo>
                <a:lnTo>
                  <a:pt x="34" y="235"/>
                </a:lnTo>
                <a:lnTo>
                  <a:pt x="34" y="236"/>
                </a:lnTo>
                <a:lnTo>
                  <a:pt x="34" y="238"/>
                </a:lnTo>
                <a:lnTo>
                  <a:pt x="33" y="239"/>
                </a:lnTo>
                <a:lnTo>
                  <a:pt x="33" y="240"/>
                </a:lnTo>
                <a:lnTo>
                  <a:pt x="33" y="241"/>
                </a:lnTo>
                <a:lnTo>
                  <a:pt x="32" y="242"/>
                </a:lnTo>
                <a:lnTo>
                  <a:pt x="32" y="243"/>
                </a:lnTo>
                <a:lnTo>
                  <a:pt x="31" y="244"/>
                </a:lnTo>
                <a:lnTo>
                  <a:pt x="30" y="245"/>
                </a:lnTo>
                <a:lnTo>
                  <a:pt x="29" y="247"/>
                </a:lnTo>
                <a:lnTo>
                  <a:pt x="29" y="248"/>
                </a:lnTo>
                <a:lnTo>
                  <a:pt x="28" y="249"/>
                </a:lnTo>
                <a:lnTo>
                  <a:pt x="27" y="250"/>
                </a:lnTo>
                <a:lnTo>
                  <a:pt x="26" y="251"/>
                </a:lnTo>
                <a:lnTo>
                  <a:pt x="25" y="252"/>
                </a:lnTo>
                <a:lnTo>
                  <a:pt x="24" y="253"/>
                </a:lnTo>
                <a:lnTo>
                  <a:pt x="23" y="255"/>
                </a:lnTo>
                <a:lnTo>
                  <a:pt x="22" y="256"/>
                </a:lnTo>
                <a:lnTo>
                  <a:pt x="20" y="257"/>
                </a:lnTo>
                <a:lnTo>
                  <a:pt x="19" y="258"/>
                </a:lnTo>
                <a:lnTo>
                  <a:pt x="18" y="259"/>
                </a:lnTo>
                <a:lnTo>
                  <a:pt x="17" y="260"/>
                </a:lnTo>
                <a:lnTo>
                  <a:pt x="16" y="261"/>
                </a:lnTo>
                <a:lnTo>
                  <a:pt x="15" y="262"/>
                </a:lnTo>
                <a:lnTo>
                  <a:pt x="14" y="264"/>
                </a:lnTo>
                <a:lnTo>
                  <a:pt x="12" y="265"/>
                </a:lnTo>
                <a:lnTo>
                  <a:pt x="11" y="266"/>
                </a:lnTo>
                <a:lnTo>
                  <a:pt x="10" y="267"/>
                </a:lnTo>
                <a:lnTo>
                  <a:pt x="9" y="268"/>
                </a:lnTo>
                <a:lnTo>
                  <a:pt x="8" y="269"/>
                </a:lnTo>
                <a:lnTo>
                  <a:pt x="7" y="270"/>
                </a:lnTo>
                <a:lnTo>
                  <a:pt x="6" y="272"/>
                </a:lnTo>
                <a:lnTo>
                  <a:pt x="5" y="273"/>
                </a:lnTo>
                <a:lnTo>
                  <a:pt x="5" y="274"/>
                </a:lnTo>
                <a:lnTo>
                  <a:pt x="4" y="275"/>
                </a:lnTo>
                <a:lnTo>
                  <a:pt x="3" y="276"/>
                </a:lnTo>
                <a:lnTo>
                  <a:pt x="2" y="277"/>
                </a:lnTo>
                <a:lnTo>
                  <a:pt x="2" y="278"/>
                </a:lnTo>
                <a:lnTo>
                  <a:pt x="1" y="279"/>
                </a:lnTo>
                <a:lnTo>
                  <a:pt x="1" y="281"/>
                </a:lnTo>
                <a:lnTo>
                  <a:pt x="1" y="282"/>
                </a:lnTo>
                <a:lnTo>
                  <a:pt x="0" y="283"/>
                </a:lnTo>
                <a:lnTo>
                  <a:pt x="0" y="284"/>
                </a:lnTo>
                <a:lnTo>
                  <a:pt x="0" y="285"/>
                </a:lnTo>
                <a:lnTo>
                  <a:pt x="0" y="286"/>
                </a:lnTo>
                <a:lnTo>
                  <a:pt x="0" y="287"/>
                </a:lnTo>
                <a:lnTo>
                  <a:pt x="0" y="288"/>
                </a:lnTo>
                <a:lnTo>
                  <a:pt x="0" y="290"/>
                </a:lnTo>
                <a:lnTo>
                  <a:pt x="1" y="291"/>
                </a:lnTo>
                <a:lnTo>
                  <a:pt x="1" y="292"/>
                </a:lnTo>
                <a:lnTo>
                  <a:pt x="1" y="293"/>
                </a:lnTo>
                <a:lnTo>
                  <a:pt x="2" y="294"/>
                </a:lnTo>
                <a:lnTo>
                  <a:pt x="2" y="295"/>
                </a:lnTo>
                <a:lnTo>
                  <a:pt x="3" y="296"/>
                </a:lnTo>
                <a:lnTo>
                  <a:pt x="4" y="298"/>
                </a:lnTo>
                <a:lnTo>
                  <a:pt x="5" y="299"/>
                </a:lnTo>
                <a:lnTo>
                  <a:pt x="5" y="300"/>
                </a:lnTo>
                <a:lnTo>
                  <a:pt x="6" y="301"/>
                </a:lnTo>
                <a:lnTo>
                  <a:pt x="7" y="302"/>
                </a:lnTo>
                <a:lnTo>
                  <a:pt x="8" y="303"/>
                </a:lnTo>
                <a:lnTo>
                  <a:pt x="9" y="304"/>
                </a:lnTo>
                <a:lnTo>
                  <a:pt x="10" y="305"/>
                </a:lnTo>
                <a:lnTo>
                  <a:pt x="11" y="307"/>
                </a:lnTo>
                <a:lnTo>
                  <a:pt x="12" y="308"/>
                </a:lnTo>
                <a:lnTo>
                  <a:pt x="14" y="309"/>
                </a:lnTo>
                <a:lnTo>
                  <a:pt x="15" y="310"/>
                </a:lnTo>
                <a:lnTo>
                  <a:pt x="16" y="311"/>
                </a:lnTo>
                <a:lnTo>
                  <a:pt x="17" y="312"/>
                </a:lnTo>
                <a:lnTo>
                  <a:pt x="18" y="313"/>
                </a:lnTo>
                <a:lnTo>
                  <a:pt x="19" y="314"/>
                </a:lnTo>
                <a:lnTo>
                  <a:pt x="20" y="316"/>
                </a:lnTo>
                <a:lnTo>
                  <a:pt x="22" y="317"/>
                </a:lnTo>
                <a:lnTo>
                  <a:pt x="23" y="318"/>
                </a:lnTo>
                <a:lnTo>
                  <a:pt x="24" y="319"/>
                </a:lnTo>
                <a:lnTo>
                  <a:pt x="25" y="320"/>
                </a:lnTo>
                <a:lnTo>
                  <a:pt x="26" y="321"/>
                </a:lnTo>
                <a:lnTo>
                  <a:pt x="27" y="322"/>
                </a:lnTo>
                <a:lnTo>
                  <a:pt x="28" y="324"/>
                </a:lnTo>
                <a:lnTo>
                  <a:pt x="29" y="325"/>
                </a:lnTo>
                <a:lnTo>
                  <a:pt x="29" y="326"/>
                </a:lnTo>
                <a:lnTo>
                  <a:pt x="30" y="327"/>
                </a:lnTo>
                <a:lnTo>
                  <a:pt x="31" y="328"/>
                </a:lnTo>
                <a:lnTo>
                  <a:pt x="32" y="329"/>
                </a:lnTo>
                <a:lnTo>
                  <a:pt x="32" y="330"/>
                </a:lnTo>
                <a:lnTo>
                  <a:pt x="33" y="331"/>
                </a:lnTo>
                <a:lnTo>
                  <a:pt x="33" y="333"/>
                </a:lnTo>
                <a:lnTo>
                  <a:pt x="33" y="334"/>
                </a:lnTo>
                <a:lnTo>
                  <a:pt x="34" y="335"/>
                </a:lnTo>
                <a:lnTo>
                  <a:pt x="34" y="336"/>
                </a:lnTo>
                <a:lnTo>
                  <a:pt x="34" y="337"/>
                </a:lnTo>
                <a:lnTo>
                  <a:pt x="34" y="338"/>
                </a:lnTo>
                <a:lnTo>
                  <a:pt x="34" y="339"/>
                </a:lnTo>
                <a:lnTo>
                  <a:pt x="34" y="34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6474280" y="5312718"/>
            <a:ext cx="1275814" cy="4979483"/>
          </a:xfrm>
          <a:custGeom>
            <a:avLst/>
            <a:gdLst/>
            <a:ahLst/>
            <a:cxnLst/>
            <a:rect l="l" t="t" r="r" b="b"/>
            <a:pathLst>
              <a:path w="134" h="523">
                <a:moveTo>
                  <a:pt x="134" y="523"/>
                </a:moveTo>
                <a:lnTo>
                  <a:pt x="134" y="122"/>
                </a:lnTo>
                <a:lnTo>
                  <a:pt x="134" y="122"/>
                </a:lnTo>
                <a:lnTo>
                  <a:pt x="134" y="120"/>
                </a:lnTo>
                <a:lnTo>
                  <a:pt x="134" y="117"/>
                </a:lnTo>
                <a:lnTo>
                  <a:pt x="134" y="115"/>
                </a:lnTo>
                <a:lnTo>
                  <a:pt x="134" y="113"/>
                </a:lnTo>
                <a:lnTo>
                  <a:pt x="134" y="111"/>
                </a:lnTo>
                <a:lnTo>
                  <a:pt x="134" y="109"/>
                </a:lnTo>
                <a:lnTo>
                  <a:pt x="134" y="107"/>
                </a:lnTo>
                <a:lnTo>
                  <a:pt x="133" y="105"/>
                </a:lnTo>
                <a:lnTo>
                  <a:pt x="133" y="103"/>
                </a:lnTo>
                <a:lnTo>
                  <a:pt x="133" y="100"/>
                </a:lnTo>
                <a:lnTo>
                  <a:pt x="133" y="98"/>
                </a:lnTo>
                <a:lnTo>
                  <a:pt x="133" y="96"/>
                </a:lnTo>
                <a:lnTo>
                  <a:pt x="132" y="94"/>
                </a:lnTo>
                <a:lnTo>
                  <a:pt x="132" y="92"/>
                </a:lnTo>
                <a:lnTo>
                  <a:pt x="132" y="90"/>
                </a:lnTo>
                <a:lnTo>
                  <a:pt x="131" y="88"/>
                </a:lnTo>
                <a:lnTo>
                  <a:pt x="131" y="86"/>
                </a:lnTo>
                <a:lnTo>
                  <a:pt x="131" y="84"/>
                </a:lnTo>
                <a:lnTo>
                  <a:pt x="130" y="82"/>
                </a:lnTo>
                <a:lnTo>
                  <a:pt x="130" y="80"/>
                </a:lnTo>
                <a:lnTo>
                  <a:pt x="130" y="78"/>
                </a:lnTo>
                <a:lnTo>
                  <a:pt x="129" y="76"/>
                </a:lnTo>
                <a:lnTo>
                  <a:pt x="129" y="74"/>
                </a:lnTo>
                <a:lnTo>
                  <a:pt x="128" y="72"/>
                </a:lnTo>
                <a:lnTo>
                  <a:pt x="128" y="70"/>
                </a:lnTo>
                <a:lnTo>
                  <a:pt x="127" y="68"/>
                </a:lnTo>
                <a:lnTo>
                  <a:pt x="127" y="66"/>
                </a:lnTo>
                <a:lnTo>
                  <a:pt x="126" y="64"/>
                </a:lnTo>
                <a:lnTo>
                  <a:pt x="126" y="62"/>
                </a:lnTo>
                <a:lnTo>
                  <a:pt x="125" y="61"/>
                </a:lnTo>
                <a:lnTo>
                  <a:pt x="124" y="59"/>
                </a:lnTo>
                <a:lnTo>
                  <a:pt x="124" y="57"/>
                </a:lnTo>
                <a:lnTo>
                  <a:pt x="123" y="55"/>
                </a:lnTo>
                <a:lnTo>
                  <a:pt x="123" y="53"/>
                </a:lnTo>
                <a:lnTo>
                  <a:pt x="122" y="52"/>
                </a:lnTo>
                <a:lnTo>
                  <a:pt x="121" y="50"/>
                </a:lnTo>
                <a:lnTo>
                  <a:pt x="121" y="48"/>
                </a:lnTo>
                <a:lnTo>
                  <a:pt x="120" y="46"/>
                </a:lnTo>
                <a:lnTo>
                  <a:pt x="119" y="45"/>
                </a:lnTo>
                <a:lnTo>
                  <a:pt x="118" y="43"/>
                </a:lnTo>
                <a:lnTo>
                  <a:pt x="118" y="42"/>
                </a:lnTo>
                <a:lnTo>
                  <a:pt x="117" y="40"/>
                </a:lnTo>
                <a:lnTo>
                  <a:pt x="116" y="38"/>
                </a:lnTo>
                <a:lnTo>
                  <a:pt x="115" y="37"/>
                </a:lnTo>
                <a:lnTo>
                  <a:pt x="114" y="35"/>
                </a:lnTo>
                <a:lnTo>
                  <a:pt x="114" y="34"/>
                </a:lnTo>
                <a:lnTo>
                  <a:pt x="113" y="32"/>
                </a:lnTo>
                <a:lnTo>
                  <a:pt x="112" y="31"/>
                </a:lnTo>
                <a:lnTo>
                  <a:pt x="111" y="30"/>
                </a:lnTo>
                <a:lnTo>
                  <a:pt x="110" y="28"/>
                </a:lnTo>
                <a:lnTo>
                  <a:pt x="109" y="27"/>
                </a:lnTo>
                <a:lnTo>
                  <a:pt x="108" y="25"/>
                </a:lnTo>
                <a:lnTo>
                  <a:pt x="107" y="24"/>
                </a:lnTo>
                <a:lnTo>
                  <a:pt x="106" y="23"/>
                </a:lnTo>
                <a:lnTo>
                  <a:pt x="105" y="22"/>
                </a:lnTo>
                <a:lnTo>
                  <a:pt x="104" y="20"/>
                </a:lnTo>
                <a:lnTo>
                  <a:pt x="103" y="19"/>
                </a:lnTo>
                <a:lnTo>
                  <a:pt x="103" y="18"/>
                </a:lnTo>
                <a:lnTo>
                  <a:pt x="102" y="17"/>
                </a:lnTo>
                <a:lnTo>
                  <a:pt x="100" y="16"/>
                </a:lnTo>
                <a:lnTo>
                  <a:pt x="99" y="15"/>
                </a:lnTo>
                <a:lnTo>
                  <a:pt x="98" y="14"/>
                </a:lnTo>
                <a:lnTo>
                  <a:pt x="97" y="13"/>
                </a:lnTo>
                <a:lnTo>
                  <a:pt x="96" y="12"/>
                </a:lnTo>
                <a:lnTo>
                  <a:pt x="95" y="11"/>
                </a:lnTo>
                <a:lnTo>
                  <a:pt x="94" y="10"/>
                </a:lnTo>
                <a:lnTo>
                  <a:pt x="93" y="9"/>
                </a:lnTo>
                <a:lnTo>
                  <a:pt x="92" y="8"/>
                </a:lnTo>
                <a:lnTo>
                  <a:pt x="91" y="8"/>
                </a:lnTo>
                <a:lnTo>
                  <a:pt x="90" y="7"/>
                </a:lnTo>
                <a:lnTo>
                  <a:pt x="89" y="6"/>
                </a:lnTo>
                <a:lnTo>
                  <a:pt x="88" y="6"/>
                </a:lnTo>
                <a:lnTo>
                  <a:pt x="87" y="5"/>
                </a:lnTo>
                <a:lnTo>
                  <a:pt x="85" y="4"/>
                </a:lnTo>
                <a:lnTo>
                  <a:pt x="84" y="4"/>
                </a:lnTo>
                <a:lnTo>
                  <a:pt x="83" y="3"/>
                </a:lnTo>
                <a:lnTo>
                  <a:pt x="82" y="3"/>
                </a:lnTo>
                <a:lnTo>
                  <a:pt x="81" y="2"/>
                </a:lnTo>
                <a:lnTo>
                  <a:pt x="80" y="2"/>
                </a:lnTo>
                <a:lnTo>
                  <a:pt x="79" y="1"/>
                </a:lnTo>
                <a:lnTo>
                  <a:pt x="77" y="1"/>
                </a:lnTo>
                <a:lnTo>
                  <a:pt x="76" y="1"/>
                </a:lnTo>
                <a:lnTo>
                  <a:pt x="75" y="0"/>
                </a:lnTo>
                <a:lnTo>
                  <a:pt x="74" y="0"/>
                </a:lnTo>
                <a:lnTo>
                  <a:pt x="73" y="0"/>
                </a:lnTo>
                <a:lnTo>
                  <a:pt x="72" y="0"/>
                </a:lnTo>
                <a:lnTo>
                  <a:pt x="71" y="0"/>
                </a:lnTo>
                <a:lnTo>
                  <a:pt x="69" y="0"/>
                </a:lnTo>
                <a:lnTo>
                  <a:pt x="68" y="0"/>
                </a:lnTo>
                <a:lnTo>
                  <a:pt x="67" y="0"/>
                </a:lnTo>
                <a:lnTo>
                  <a:pt x="66" y="0"/>
                </a:lnTo>
                <a:lnTo>
                  <a:pt x="65" y="0"/>
                </a:lnTo>
                <a:lnTo>
                  <a:pt x="63" y="0"/>
                </a:lnTo>
                <a:lnTo>
                  <a:pt x="62" y="0"/>
                </a:lnTo>
                <a:lnTo>
                  <a:pt x="61" y="0"/>
                </a:lnTo>
                <a:lnTo>
                  <a:pt x="60" y="0"/>
                </a:lnTo>
                <a:lnTo>
                  <a:pt x="59" y="0"/>
                </a:lnTo>
                <a:lnTo>
                  <a:pt x="58" y="1"/>
                </a:lnTo>
                <a:lnTo>
                  <a:pt x="57" y="1"/>
                </a:lnTo>
                <a:lnTo>
                  <a:pt x="55" y="1"/>
                </a:lnTo>
                <a:lnTo>
                  <a:pt x="54" y="2"/>
                </a:lnTo>
                <a:lnTo>
                  <a:pt x="53" y="2"/>
                </a:lnTo>
                <a:lnTo>
                  <a:pt x="52" y="3"/>
                </a:lnTo>
                <a:lnTo>
                  <a:pt x="51" y="3"/>
                </a:lnTo>
                <a:lnTo>
                  <a:pt x="50" y="4"/>
                </a:lnTo>
                <a:lnTo>
                  <a:pt x="49" y="4"/>
                </a:lnTo>
                <a:lnTo>
                  <a:pt x="47" y="5"/>
                </a:lnTo>
                <a:lnTo>
                  <a:pt x="46" y="6"/>
                </a:lnTo>
                <a:lnTo>
                  <a:pt x="45" y="6"/>
                </a:lnTo>
                <a:lnTo>
                  <a:pt x="44" y="7"/>
                </a:lnTo>
                <a:lnTo>
                  <a:pt x="43" y="8"/>
                </a:lnTo>
                <a:lnTo>
                  <a:pt x="42" y="8"/>
                </a:lnTo>
                <a:lnTo>
                  <a:pt x="41" y="9"/>
                </a:lnTo>
                <a:lnTo>
                  <a:pt x="40" y="10"/>
                </a:lnTo>
                <a:lnTo>
                  <a:pt x="39" y="11"/>
                </a:lnTo>
                <a:lnTo>
                  <a:pt x="38" y="12"/>
                </a:lnTo>
                <a:lnTo>
                  <a:pt x="37" y="13"/>
                </a:lnTo>
                <a:lnTo>
                  <a:pt x="36" y="14"/>
                </a:lnTo>
                <a:lnTo>
                  <a:pt x="35" y="15"/>
                </a:lnTo>
                <a:lnTo>
                  <a:pt x="34" y="16"/>
                </a:lnTo>
                <a:lnTo>
                  <a:pt x="32" y="17"/>
                </a:lnTo>
                <a:lnTo>
                  <a:pt x="31" y="18"/>
                </a:lnTo>
                <a:lnTo>
                  <a:pt x="31" y="19"/>
                </a:lnTo>
                <a:lnTo>
                  <a:pt x="30" y="20"/>
                </a:lnTo>
                <a:lnTo>
                  <a:pt x="29" y="22"/>
                </a:lnTo>
                <a:lnTo>
                  <a:pt x="28" y="23"/>
                </a:lnTo>
                <a:lnTo>
                  <a:pt x="27" y="24"/>
                </a:lnTo>
                <a:lnTo>
                  <a:pt x="26" y="25"/>
                </a:lnTo>
                <a:lnTo>
                  <a:pt x="25" y="27"/>
                </a:lnTo>
                <a:lnTo>
                  <a:pt x="24" y="28"/>
                </a:lnTo>
                <a:lnTo>
                  <a:pt x="23" y="30"/>
                </a:lnTo>
                <a:lnTo>
                  <a:pt x="22" y="31"/>
                </a:lnTo>
                <a:lnTo>
                  <a:pt x="21" y="32"/>
                </a:lnTo>
                <a:lnTo>
                  <a:pt x="20" y="34"/>
                </a:lnTo>
                <a:lnTo>
                  <a:pt x="20" y="35"/>
                </a:lnTo>
                <a:lnTo>
                  <a:pt x="19" y="37"/>
                </a:lnTo>
                <a:lnTo>
                  <a:pt x="18" y="38"/>
                </a:lnTo>
                <a:lnTo>
                  <a:pt x="17" y="40"/>
                </a:lnTo>
                <a:lnTo>
                  <a:pt x="16" y="42"/>
                </a:lnTo>
                <a:lnTo>
                  <a:pt x="16" y="43"/>
                </a:lnTo>
                <a:lnTo>
                  <a:pt x="15" y="45"/>
                </a:lnTo>
                <a:lnTo>
                  <a:pt x="14" y="46"/>
                </a:lnTo>
                <a:lnTo>
                  <a:pt x="13" y="48"/>
                </a:lnTo>
                <a:lnTo>
                  <a:pt x="13" y="50"/>
                </a:lnTo>
                <a:lnTo>
                  <a:pt x="12" y="52"/>
                </a:lnTo>
                <a:lnTo>
                  <a:pt x="11" y="53"/>
                </a:lnTo>
                <a:lnTo>
                  <a:pt x="11" y="55"/>
                </a:lnTo>
                <a:lnTo>
                  <a:pt x="10" y="57"/>
                </a:lnTo>
                <a:lnTo>
                  <a:pt x="10" y="59"/>
                </a:lnTo>
                <a:lnTo>
                  <a:pt x="9" y="61"/>
                </a:lnTo>
                <a:lnTo>
                  <a:pt x="8" y="62"/>
                </a:lnTo>
                <a:lnTo>
                  <a:pt x="8" y="64"/>
                </a:lnTo>
                <a:lnTo>
                  <a:pt x="7" y="66"/>
                </a:lnTo>
                <a:lnTo>
                  <a:pt x="7" y="68"/>
                </a:lnTo>
                <a:lnTo>
                  <a:pt x="6" y="70"/>
                </a:lnTo>
                <a:lnTo>
                  <a:pt x="6" y="72"/>
                </a:lnTo>
                <a:lnTo>
                  <a:pt x="5" y="74"/>
                </a:lnTo>
                <a:lnTo>
                  <a:pt x="5" y="76"/>
                </a:lnTo>
                <a:lnTo>
                  <a:pt x="4" y="78"/>
                </a:lnTo>
                <a:lnTo>
                  <a:pt x="4" y="80"/>
                </a:lnTo>
                <a:lnTo>
                  <a:pt x="4" y="82"/>
                </a:lnTo>
                <a:lnTo>
                  <a:pt x="3" y="84"/>
                </a:lnTo>
                <a:lnTo>
                  <a:pt x="3" y="86"/>
                </a:lnTo>
                <a:lnTo>
                  <a:pt x="3" y="88"/>
                </a:lnTo>
                <a:lnTo>
                  <a:pt x="2" y="90"/>
                </a:lnTo>
                <a:lnTo>
                  <a:pt x="2" y="92"/>
                </a:lnTo>
                <a:lnTo>
                  <a:pt x="2" y="94"/>
                </a:lnTo>
                <a:lnTo>
                  <a:pt x="1" y="96"/>
                </a:lnTo>
                <a:lnTo>
                  <a:pt x="1" y="98"/>
                </a:lnTo>
                <a:lnTo>
                  <a:pt x="1" y="100"/>
                </a:lnTo>
                <a:lnTo>
                  <a:pt x="1" y="103"/>
                </a:lnTo>
                <a:lnTo>
                  <a:pt x="1" y="105"/>
                </a:lnTo>
                <a:lnTo>
                  <a:pt x="0" y="107"/>
                </a:lnTo>
                <a:lnTo>
                  <a:pt x="0" y="109"/>
                </a:lnTo>
                <a:lnTo>
                  <a:pt x="0" y="111"/>
                </a:lnTo>
                <a:lnTo>
                  <a:pt x="0" y="113"/>
                </a:lnTo>
                <a:lnTo>
                  <a:pt x="0" y="115"/>
                </a:lnTo>
                <a:lnTo>
                  <a:pt x="0" y="117"/>
                </a:lnTo>
                <a:lnTo>
                  <a:pt x="0" y="120"/>
                </a:lnTo>
                <a:lnTo>
                  <a:pt x="0" y="122"/>
                </a:lnTo>
                <a:lnTo>
                  <a:pt x="0" y="523"/>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6540927" y="5379365"/>
            <a:ext cx="1142520" cy="4912836"/>
          </a:xfrm>
          <a:custGeom>
            <a:avLst/>
            <a:gdLst/>
            <a:ahLst/>
            <a:cxnLst/>
            <a:rect l="l" t="t" r="r" b="b"/>
            <a:pathLst>
              <a:path w="120" h="516">
                <a:moveTo>
                  <a:pt x="120" y="516"/>
                </a:moveTo>
                <a:lnTo>
                  <a:pt x="120" y="115"/>
                </a:lnTo>
                <a:lnTo>
                  <a:pt x="120" y="115"/>
                </a:lnTo>
                <a:lnTo>
                  <a:pt x="120" y="113"/>
                </a:lnTo>
                <a:lnTo>
                  <a:pt x="120" y="111"/>
                </a:lnTo>
                <a:lnTo>
                  <a:pt x="120" y="109"/>
                </a:lnTo>
                <a:lnTo>
                  <a:pt x="120" y="107"/>
                </a:lnTo>
                <a:lnTo>
                  <a:pt x="120" y="105"/>
                </a:lnTo>
                <a:lnTo>
                  <a:pt x="120" y="103"/>
                </a:lnTo>
                <a:lnTo>
                  <a:pt x="120" y="101"/>
                </a:lnTo>
                <a:lnTo>
                  <a:pt x="119" y="99"/>
                </a:lnTo>
                <a:lnTo>
                  <a:pt x="119" y="97"/>
                </a:lnTo>
                <a:lnTo>
                  <a:pt x="119" y="95"/>
                </a:lnTo>
                <a:lnTo>
                  <a:pt x="119" y="93"/>
                </a:lnTo>
                <a:lnTo>
                  <a:pt x="119" y="91"/>
                </a:lnTo>
                <a:lnTo>
                  <a:pt x="118" y="89"/>
                </a:lnTo>
                <a:lnTo>
                  <a:pt x="118" y="87"/>
                </a:lnTo>
                <a:lnTo>
                  <a:pt x="118" y="85"/>
                </a:lnTo>
                <a:lnTo>
                  <a:pt x="118" y="83"/>
                </a:lnTo>
                <a:lnTo>
                  <a:pt x="117" y="81"/>
                </a:lnTo>
                <a:lnTo>
                  <a:pt x="117" y="79"/>
                </a:lnTo>
                <a:lnTo>
                  <a:pt x="117" y="77"/>
                </a:lnTo>
                <a:lnTo>
                  <a:pt x="116" y="76"/>
                </a:lnTo>
                <a:lnTo>
                  <a:pt x="116" y="74"/>
                </a:lnTo>
                <a:lnTo>
                  <a:pt x="116" y="72"/>
                </a:lnTo>
                <a:lnTo>
                  <a:pt x="115" y="70"/>
                </a:lnTo>
                <a:lnTo>
                  <a:pt x="115" y="68"/>
                </a:lnTo>
                <a:lnTo>
                  <a:pt x="114" y="66"/>
                </a:lnTo>
                <a:lnTo>
                  <a:pt x="114" y="65"/>
                </a:lnTo>
                <a:lnTo>
                  <a:pt x="113" y="63"/>
                </a:lnTo>
                <a:lnTo>
                  <a:pt x="113" y="61"/>
                </a:lnTo>
                <a:lnTo>
                  <a:pt x="112" y="59"/>
                </a:lnTo>
                <a:lnTo>
                  <a:pt x="112" y="58"/>
                </a:lnTo>
                <a:lnTo>
                  <a:pt x="111" y="56"/>
                </a:lnTo>
                <a:lnTo>
                  <a:pt x="111" y="54"/>
                </a:lnTo>
                <a:lnTo>
                  <a:pt x="110" y="52"/>
                </a:lnTo>
                <a:lnTo>
                  <a:pt x="110" y="51"/>
                </a:lnTo>
                <a:lnTo>
                  <a:pt x="109" y="49"/>
                </a:lnTo>
                <a:lnTo>
                  <a:pt x="109" y="48"/>
                </a:lnTo>
                <a:lnTo>
                  <a:pt x="108" y="46"/>
                </a:lnTo>
                <a:lnTo>
                  <a:pt x="107" y="44"/>
                </a:lnTo>
                <a:lnTo>
                  <a:pt x="107" y="43"/>
                </a:lnTo>
                <a:lnTo>
                  <a:pt x="106" y="41"/>
                </a:lnTo>
                <a:lnTo>
                  <a:pt x="105" y="40"/>
                </a:lnTo>
                <a:lnTo>
                  <a:pt x="105" y="38"/>
                </a:lnTo>
                <a:lnTo>
                  <a:pt x="104" y="37"/>
                </a:lnTo>
                <a:lnTo>
                  <a:pt x="103" y="35"/>
                </a:lnTo>
                <a:lnTo>
                  <a:pt x="102" y="34"/>
                </a:lnTo>
                <a:lnTo>
                  <a:pt x="102" y="33"/>
                </a:lnTo>
                <a:lnTo>
                  <a:pt x="101" y="31"/>
                </a:lnTo>
                <a:lnTo>
                  <a:pt x="100" y="30"/>
                </a:lnTo>
                <a:lnTo>
                  <a:pt x="99" y="28"/>
                </a:lnTo>
                <a:lnTo>
                  <a:pt x="99" y="27"/>
                </a:lnTo>
                <a:lnTo>
                  <a:pt x="98" y="26"/>
                </a:lnTo>
                <a:lnTo>
                  <a:pt x="97" y="25"/>
                </a:lnTo>
                <a:lnTo>
                  <a:pt x="96" y="23"/>
                </a:lnTo>
                <a:lnTo>
                  <a:pt x="95" y="22"/>
                </a:lnTo>
                <a:lnTo>
                  <a:pt x="94" y="21"/>
                </a:lnTo>
                <a:lnTo>
                  <a:pt x="94" y="20"/>
                </a:lnTo>
                <a:lnTo>
                  <a:pt x="93" y="19"/>
                </a:lnTo>
                <a:lnTo>
                  <a:pt x="92" y="18"/>
                </a:lnTo>
                <a:lnTo>
                  <a:pt x="91" y="17"/>
                </a:lnTo>
                <a:lnTo>
                  <a:pt x="90" y="16"/>
                </a:lnTo>
                <a:lnTo>
                  <a:pt x="89" y="15"/>
                </a:lnTo>
                <a:lnTo>
                  <a:pt x="88" y="14"/>
                </a:lnTo>
                <a:lnTo>
                  <a:pt x="87" y="13"/>
                </a:lnTo>
                <a:lnTo>
                  <a:pt x="86" y="12"/>
                </a:lnTo>
                <a:lnTo>
                  <a:pt x="85" y="11"/>
                </a:lnTo>
                <a:lnTo>
                  <a:pt x="84" y="10"/>
                </a:lnTo>
                <a:lnTo>
                  <a:pt x="83" y="10"/>
                </a:lnTo>
                <a:lnTo>
                  <a:pt x="82" y="9"/>
                </a:lnTo>
                <a:lnTo>
                  <a:pt x="82" y="8"/>
                </a:lnTo>
                <a:lnTo>
                  <a:pt x="81" y="7"/>
                </a:lnTo>
                <a:lnTo>
                  <a:pt x="80" y="7"/>
                </a:lnTo>
                <a:lnTo>
                  <a:pt x="79" y="6"/>
                </a:lnTo>
                <a:lnTo>
                  <a:pt x="78" y="5"/>
                </a:lnTo>
                <a:lnTo>
                  <a:pt x="77" y="5"/>
                </a:lnTo>
                <a:lnTo>
                  <a:pt x="76" y="4"/>
                </a:lnTo>
                <a:lnTo>
                  <a:pt x="75" y="4"/>
                </a:lnTo>
                <a:lnTo>
                  <a:pt x="73" y="3"/>
                </a:lnTo>
                <a:lnTo>
                  <a:pt x="72" y="3"/>
                </a:lnTo>
                <a:lnTo>
                  <a:pt x="71" y="3"/>
                </a:lnTo>
                <a:lnTo>
                  <a:pt x="70" y="2"/>
                </a:lnTo>
                <a:lnTo>
                  <a:pt x="69" y="2"/>
                </a:lnTo>
                <a:lnTo>
                  <a:pt x="68" y="2"/>
                </a:lnTo>
                <a:lnTo>
                  <a:pt x="67" y="1"/>
                </a:lnTo>
                <a:lnTo>
                  <a:pt x="66" y="1"/>
                </a:lnTo>
                <a:lnTo>
                  <a:pt x="65" y="1"/>
                </a:lnTo>
                <a:lnTo>
                  <a:pt x="64" y="1"/>
                </a:lnTo>
                <a:lnTo>
                  <a:pt x="63" y="1"/>
                </a:lnTo>
                <a:lnTo>
                  <a:pt x="62" y="1"/>
                </a:lnTo>
                <a:lnTo>
                  <a:pt x="61" y="0"/>
                </a:lnTo>
                <a:lnTo>
                  <a:pt x="60" y="0"/>
                </a:lnTo>
                <a:lnTo>
                  <a:pt x="59" y="0"/>
                </a:lnTo>
                <a:lnTo>
                  <a:pt x="58" y="1"/>
                </a:lnTo>
                <a:lnTo>
                  <a:pt x="57" y="1"/>
                </a:lnTo>
                <a:lnTo>
                  <a:pt x="56" y="1"/>
                </a:lnTo>
                <a:lnTo>
                  <a:pt x="55" y="1"/>
                </a:lnTo>
                <a:lnTo>
                  <a:pt x="54" y="1"/>
                </a:lnTo>
                <a:lnTo>
                  <a:pt x="53" y="1"/>
                </a:lnTo>
                <a:lnTo>
                  <a:pt x="52" y="2"/>
                </a:lnTo>
                <a:lnTo>
                  <a:pt x="51" y="2"/>
                </a:lnTo>
                <a:lnTo>
                  <a:pt x="50" y="2"/>
                </a:lnTo>
                <a:lnTo>
                  <a:pt x="49" y="3"/>
                </a:lnTo>
                <a:lnTo>
                  <a:pt x="48" y="3"/>
                </a:lnTo>
                <a:lnTo>
                  <a:pt x="47" y="3"/>
                </a:lnTo>
                <a:lnTo>
                  <a:pt x="45" y="4"/>
                </a:lnTo>
                <a:lnTo>
                  <a:pt x="44" y="4"/>
                </a:lnTo>
                <a:lnTo>
                  <a:pt x="43" y="5"/>
                </a:lnTo>
                <a:lnTo>
                  <a:pt x="42" y="5"/>
                </a:lnTo>
                <a:lnTo>
                  <a:pt x="41" y="6"/>
                </a:lnTo>
                <a:lnTo>
                  <a:pt x="40" y="7"/>
                </a:lnTo>
                <a:lnTo>
                  <a:pt x="39" y="7"/>
                </a:lnTo>
                <a:lnTo>
                  <a:pt x="38" y="8"/>
                </a:lnTo>
                <a:lnTo>
                  <a:pt x="38" y="9"/>
                </a:lnTo>
                <a:lnTo>
                  <a:pt x="37" y="10"/>
                </a:lnTo>
                <a:lnTo>
                  <a:pt x="36" y="10"/>
                </a:lnTo>
                <a:lnTo>
                  <a:pt x="35" y="11"/>
                </a:lnTo>
                <a:lnTo>
                  <a:pt x="34" y="12"/>
                </a:lnTo>
                <a:lnTo>
                  <a:pt x="33" y="13"/>
                </a:lnTo>
                <a:lnTo>
                  <a:pt x="32" y="14"/>
                </a:lnTo>
                <a:lnTo>
                  <a:pt x="31" y="15"/>
                </a:lnTo>
                <a:lnTo>
                  <a:pt x="30" y="16"/>
                </a:lnTo>
                <a:lnTo>
                  <a:pt x="29" y="17"/>
                </a:lnTo>
                <a:lnTo>
                  <a:pt x="28" y="18"/>
                </a:lnTo>
                <a:lnTo>
                  <a:pt x="27" y="19"/>
                </a:lnTo>
                <a:lnTo>
                  <a:pt x="26" y="20"/>
                </a:lnTo>
                <a:lnTo>
                  <a:pt x="26" y="21"/>
                </a:lnTo>
                <a:lnTo>
                  <a:pt x="25" y="22"/>
                </a:lnTo>
                <a:lnTo>
                  <a:pt x="24" y="23"/>
                </a:lnTo>
                <a:lnTo>
                  <a:pt x="23" y="25"/>
                </a:lnTo>
                <a:lnTo>
                  <a:pt x="22" y="26"/>
                </a:lnTo>
                <a:lnTo>
                  <a:pt x="21" y="27"/>
                </a:lnTo>
                <a:lnTo>
                  <a:pt x="21" y="28"/>
                </a:lnTo>
                <a:lnTo>
                  <a:pt x="20" y="30"/>
                </a:lnTo>
                <a:lnTo>
                  <a:pt x="19" y="31"/>
                </a:lnTo>
                <a:lnTo>
                  <a:pt x="18" y="33"/>
                </a:lnTo>
                <a:lnTo>
                  <a:pt x="18" y="34"/>
                </a:lnTo>
                <a:lnTo>
                  <a:pt x="17" y="35"/>
                </a:lnTo>
                <a:lnTo>
                  <a:pt x="16" y="37"/>
                </a:lnTo>
                <a:lnTo>
                  <a:pt x="15" y="38"/>
                </a:lnTo>
                <a:lnTo>
                  <a:pt x="15" y="40"/>
                </a:lnTo>
                <a:lnTo>
                  <a:pt x="14" y="41"/>
                </a:lnTo>
                <a:lnTo>
                  <a:pt x="13" y="43"/>
                </a:lnTo>
                <a:lnTo>
                  <a:pt x="13" y="44"/>
                </a:lnTo>
                <a:lnTo>
                  <a:pt x="12" y="46"/>
                </a:lnTo>
                <a:lnTo>
                  <a:pt x="11" y="48"/>
                </a:lnTo>
                <a:lnTo>
                  <a:pt x="11" y="49"/>
                </a:lnTo>
                <a:lnTo>
                  <a:pt x="10" y="51"/>
                </a:lnTo>
                <a:lnTo>
                  <a:pt x="10" y="52"/>
                </a:lnTo>
                <a:lnTo>
                  <a:pt x="9" y="54"/>
                </a:lnTo>
                <a:lnTo>
                  <a:pt x="9" y="56"/>
                </a:lnTo>
                <a:lnTo>
                  <a:pt x="8" y="58"/>
                </a:lnTo>
                <a:lnTo>
                  <a:pt x="8" y="59"/>
                </a:lnTo>
                <a:lnTo>
                  <a:pt x="7" y="61"/>
                </a:lnTo>
                <a:lnTo>
                  <a:pt x="7" y="63"/>
                </a:lnTo>
                <a:lnTo>
                  <a:pt x="6" y="65"/>
                </a:lnTo>
                <a:lnTo>
                  <a:pt x="6" y="66"/>
                </a:lnTo>
                <a:lnTo>
                  <a:pt x="5" y="68"/>
                </a:lnTo>
                <a:lnTo>
                  <a:pt x="5" y="70"/>
                </a:lnTo>
                <a:lnTo>
                  <a:pt x="4" y="72"/>
                </a:lnTo>
                <a:lnTo>
                  <a:pt x="4" y="74"/>
                </a:lnTo>
                <a:lnTo>
                  <a:pt x="4" y="76"/>
                </a:lnTo>
                <a:lnTo>
                  <a:pt x="3" y="77"/>
                </a:lnTo>
                <a:lnTo>
                  <a:pt x="3" y="79"/>
                </a:lnTo>
                <a:lnTo>
                  <a:pt x="3" y="81"/>
                </a:lnTo>
                <a:lnTo>
                  <a:pt x="2" y="83"/>
                </a:lnTo>
                <a:lnTo>
                  <a:pt x="2" y="85"/>
                </a:lnTo>
                <a:lnTo>
                  <a:pt x="2" y="87"/>
                </a:lnTo>
                <a:lnTo>
                  <a:pt x="2" y="89"/>
                </a:lnTo>
                <a:lnTo>
                  <a:pt x="1" y="91"/>
                </a:lnTo>
                <a:lnTo>
                  <a:pt x="1" y="93"/>
                </a:lnTo>
                <a:lnTo>
                  <a:pt x="1" y="95"/>
                </a:lnTo>
                <a:lnTo>
                  <a:pt x="1" y="97"/>
                </a:lnTo>
                <a:lnTo>
                  <a:pt x="1" y="99"/>
                </a:lnTo>
                <a:lnTo>
                  <a:pt x="0" y="101"/>
                </a:lnTo>
                <a:lnTo>
                  <a:pt x="0" y="103"/>
                </a:lnTo>
                <a:lnTo>
                  <a:pt x="0" y="105"/>
                </a:lnTo>
                <a:lnTo>
                  <a:pt x="0" y="107"/>
                </a:lnTo>
                <a:lnTo>
                  <a:pt x="0" y="109"/>
                </a:lnTo>
                <a:lnTo>
                  <a:pt x="0" y="111"/>
                </a:lnTo>
                <a:lnTo>
                  <a:pt x="0" y="113"/>
                </a:lnTo>
                <a:lnTo>
                  <a:pt x="0" y="115"/>
                </a:lnTo>
                <a:lnTo>
                  <a:pt x="0" y="516"/>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7207397" y="6750389"/>
            <a:ext cx="323714" cy="3237140"/>
          </a:xfrm>
          <a:custGeom>
            <a:avLst/>
            <a:gdLst/>
            <a:ahLst/>
            <a:cxnLst/>
            <a:rect l="l" t="t" r="r" b="b"/>
            <a:pathLst>
              <a:path w="34" h="340">
                <a:moveTo>
                  <a:pt x="17" y="0"/>
                </a:moveTo>
                <a:lnTo>
                  <a:pt x="18" y="1"/>
                </a:lnTo>
                <a:lnTo>
                  <a:pt x="19" y="2"/>
                </a:lnTo>
                <a:lnTo>
                  <a:pt x="20" y="3"/>
                </a:lnTo>
                <a:lnTo>
                  <a:pt x="22" y="5"/>
                </a:lnTo>
                <a:lnTo>
                  <a:pt x="23" y="6"/>
                </a:lnTo>
                <a:lnTo>
                  <a:pt x="24" y="7"/>
                </a:lnTo>
                <a:lnTo>
                  <a:pt x="25" y="8"/>
                </a:lnTo>
                <a:lnTo>
                  <a:pt x="26" y="9"/>
                </a:lnTo>
                <a:lnTo>
                  <a:pt x="27" y="10"/>
                </a:lnTo>
                <a:lnTo>
                  <a:pt x="28" y="11"/>
                </a:lnTo>
                <a:lnTo>
                  <a:pt x="29" y="13"/>
                </a:lnTo>
                <a:lnTo>
                  <a:pt x="29" y="14"/>
                </a:lnTo>
                <a:lnTo>
                  <a:pt x="30" y="15"/>
                </a:lnTo>
                <a:lnTo>
                  <a:pt x="31" y="16"/>
                </a:lnTo>
                <a:lnTo>
                  <a:pt x="32" y="17"/>
                </a:lnTo>
                <a:lnTo>
                  <a:pt x="32" y="18"/>
                </a:lnTo>
                <a:lnTo>
                  <a:pt x="33" y="19"/>
                </a:lnTo>
                <a:lnTo>
                  <a:pt x="33" y="20"/>
                </a:lnTo>
                <a:lnTo>
                  <a:pt x="33" y="22"/>
                </a:lnTo>
                <a:lnTo>
                  <a:pt x="34" y="23"/>
                </a:lnTo>
                <a:lnTo>
                  <a:pt x="34" y="24"/>
                </a:lnTo>
                <a:lnTo>
                  <a:pt x="34" y="25"/>
                </a:lnTo>
                <a:lnTo>
                  <a:pt x="34" y="26"/>
                </a:lnTo>
                <a:lnTo>
                  <a:pt x="34" y="27"/>
                </a:lnTo>
                <a:lnTo>
                  <a:pt x="34" y="28"/>
                </a:lnTo>
                <a:lnTo>
                  <a:pt x="34" y="29"/>
                </a:lnTo>
                <a:lnTo>
                  <a:pt x="33" y="31"/>
                </a:lnTo>
                <a:lnTo>
                  <a:pt x="33" y="32"/>
                </a:lnTo>
                <a:lnTo>
                  <a:pt x="33" y="33"/>
                </a:lnTo>
                <a:lnTo>
                  <a:pt x="32" y="34"/>
                </a:lnTo>
                <a:lnTo>
                  <a:pt x="32" y="35"/>
                </a:lnTo>
                <a:lnTo>
                  <a:pt x="31" y="36"/>
                </a:lnTo>
                <a:lnTo>
                  <a:pt x="30" y="37"/>
                </a:lnTo>
                <a:lnTo>
                  <a:pt x="29" y="39"/>
                </a:lnTo>
                <a:lnTo>
                  <a:pt x="29" y="40"/>
                </a:lnTo>
                <a:lnTo>
                  <a:pt x="28" y="41"/>
                </a:lnTo>
                <a:lnTo>
                  <a:pt x="27" y="42"/>
                </a:lnTo>
                <a:lnTo>
                  <a:pt x="26" y="43"/>
                </a:lnTo>
                <a:lnTo>
                  <a:pt x="25" y="44"/>
                </a:lnTo>
                <a:lnTo>
                  <a:pt x="24" y="45"/>
                </a:lnTo>
                <a:lnTo>
                  <a:pt x="23" y="46"/>
                </a:lnTo>
                <a:lnTo>
                  <a:pt x="22" y="48"/>
                </a:lnTo>
                <a:lnTo>
                  <a:pt x="20" y="49"/>
                </a:lnTo>
                <a:lnTo>
                  <a:pt x="19" y="50"/>
                </a:lnTo>
                <a:lnTo>
                  <a:pt x="18" y="51"/>
                </a:lnTo>
                <a:lnTo>
                  <a:pt x="17" y="52"/>
                </a:lnTo>
                <a:lnTo>
                  <a:pt x="16" y="53"/>
                </a:lnTo>
                <a:lnTo>
                  <a:pt x="15" y="54"/>
                </a:lnTo>
                <a:lnTo>
                  <a:pt x="14" y="55"/>
                </a:lnTo>
                <a:lnTo>
                  <a:pt x="12" y="57"/>
                </a:lnTo>
                <a:lnTo>
                  <a:pt x="11" y="58"/>
                </a:lnTo>
                <a:lnTo>
                  <a:pt x="10" y="59"/>
                </a:lnTo>
                <a:lnTo>
                  <a:pt x="9" y="60"/>
                </a:lnTo>
                <a:lnTo>
                  <a:pt x="8" y="61"/>
                </a:lnTo>
                <a:lnTo>
                  <a:pt x="7" y="62"/>
                </a:lnTo>
                <a:lnTo>
                  <a:pt x="6" y="63"/>
                </a:lnTo>
                <a:lnTo>
                  <a:pt x="5" y="65"/>
                </a:lnTo>
                <a:lnTo>
                  <a:pt x="5" y="66"/>
                </a:lnTo>
                <a:lnTo>
                  <a:pt x="4" y="67"/>
                </a:lnTo>
                <a:lnTo>
                  <a:pt x="3" y="68"/>
                </a:lnTo>
                <a:lnTo>
                  <a:pt x="2" y="69"/>
                </a:lnTo>
                <a:lnTo>
                  <a:pt x="2" y="70"/>
                </a:lnTo>
                <a:lnTo>
                  <a:pt x="1" y="71"/>
                </a:lnTo>
                <a:lnTo>
                  <a:pt x="1" y="72"/>
                </a:lnTo>
                <a:lnTo>
                  <a:pt x="1" y="74"/>
                </a:lnTo>
                <a:lnTo>
                  <a:pt x="0" y="75"/>
                </a:lnTo>
                <a:lnTo>
                  <a:pt x="0" y="76"/>
                </a:lnTo>
                <a:lnTo>
                  <a:pt x="0" y="77"/>
                </a:lnTo>
                <a:lnTo>
                  <a:pt x="0" y="78"/>
                </a:lnTo>
                <a:lnTo>
                  <a:pt x="0" y="79"/>
                </a:lnTo>
                <a:lnTo>
                  <a:pt x="0" y="80"/>
                </a:lnTo>
                <a:lnTo>
                  <a:pt x="0" y="82"/>
                </a:lnTo>
                <a:lnTo>
                  <a:pt x="1" y="83"/>
                </a:lnTo>
                <a:lnTo>
                  <a:pt x="1" y="84"/>
                </a:lnTo>
                <a:lnTo>
                  <a:pt x="1" y="85"/>
                </a:lnTo>
                <a:lnTo>
                  <a:pt x="2" y="86"/>
                </a:lnTo>
                <a:lnTo>
                  <a:pt x="2" y="87"/>
                </a:lnTo>
                <a:lnTo>
                  <a:pt x="3" y="88"/>
                </a:lnTo>
                <a:lnTo>
                  <a:pt x="4" y="89"/>
                </a:lnTo>
                <a:lnTo>
                  <a:pt x="5" y="91"/>
                </a:lnTo>
                <a:lnTo>
                  <a:pt x="5" y="92"/>
                </a:lnTo>
                <a:lnTo>
                  <a:pt x="6" y="93"/>
                </a:lnTo>
                <a:lnTo>
                  <a:pt x="7" y="94"/>
                </a:lnTo>
                <a:lnTo>
                  <a:pt x="8" y="95"/>
                </a:lnTo>
                <a:lnTo>
                  <a:pt x="9" y="96"/>
                </a:lnTo>
                <a:lnTo>
                  <a:pt x="10" y="97"/>
                </a:lnTo>
                <a:lnTo>
                  <a:pt x="11" y="98"/>
                </a:lnTo>
                <a:lnTo>
                  <a:pt x="12" y="100"/>
                </a:lnTo>
                <a:lnTo>
                  <a:pt x="14" y="101"/>
                </a:lnTo>
                <a:lnTo>
                  <a:pt x="15" y="102"/>
                </a:lnTo>
                <a:lnTo>
                  <a:pt x="16" y="103"/>
                </a:lnTo>
                <a:lnTo>
                  <a:pt x="17" y="104"/>
                </a:lnTo>
                <a:lnTo>
                  <a:pt x="18" y="105"/>
                </a:lnTo>
                <a:lnTo>
                  <a:pt x="19" y="106"/>
                </a:lnTo>
                <a:lnTo>
                  <a:pt x="20" y="108"/>
                </a:lnTo>
                <a:lnTo>
                  <a:pt x="22" y="109"/>
                </a:lnTo>
                <a:lnTo>
                  <a:pt x="23" y="110"/>
                </a:lnTo>
                <a:lnTo>
                  <a:pt x="24" y="111"/>
                </a:lnTo>
                <a:lnTo>
                  <a:pt x="25" y="112"/>
                </a:lnTo>
                <a:lnTo>
                  <a:pt x="26" y="113"/>
                </a:lnTo>
                <a:lnTo>
                  <a:pt x="27" y="114"/>
                </a:lnTo>
                <a:lnTo>
                  <a:pt x="28" y="115"/>
                </a:lnTo>
                <a:lnTo>
                  <a:pt x="29" y="117"/>
                </a:lnTo>
                <a:lnTo>
                  <a:pt x="29" y="118"/>
                </a:lnTo>
                <a:lnTo>
                  <a:pt x="30" y="119"/>
                </a:lnTo>
                <a:lnTo>
                  <a:pt x="31" y="120"/>
                </a:lnTo>
                <a:lnTo>
                  <a:pt x="32" y="121"/>
                </a:lnTo>
                <a:lnTo>
                  <a:pt x="32" y="122"/>
                </a:lnTo>
                <a:lnTo>
                  <a:pt x="33" y="123"/>
                </a:lnTo>
                <a:lnTo>
                  <a:pt x="33" y="124"/>
                </a:lnTo>
                <a:lnTo>
                  <a:pt x="33" y="126"/>
                </a:lnTo>
                <a:lnTo>
                  <a:pt x="34" y="127"/>
                </a:lnTo>
                <a:lnTo>
                  <a:pt x="34" y="128"/>
                </a:lnTo>
                <a:lnTo>
                  <a:pt x="34" y="129"/>
                </a:lnTo>
                <a:lnTo>
                  <a:pt x="34" y="130"/>
                </a:lnTo>
                <a:lnTo>
                  <a:pt x="34" y="131"/>
                </a:lnTo>
                <a:lnTo>
                  <a:pt x="34" y="132"/>
                </a:lnTo>
                <a:lnTo>
                  <a:pt x="34" y="134"/>
                </a:lnTo>
                <a:lnTo>
                  <a:pt x="33" y="135"/>
                </a:lnTo>
                <a:lnTo>
                  <a:pt x="33" y="136"/>
                </a:lnTo>
                <a:lnTo>
                  <a:pt x="33" y="137"/>
                </a:lnTo>
                <a:lnTo>
                  <a:pt x="32" y="138"/>
                </a:lnTo>
                <a:lnTo>
                  <a:pt x="32" y="139"/>
                </a:lnTo>
                <a:lnTo>
                  <a:pt x="31" y="140"/>
                </a:lnTo>
                <a:lnTo>
                  <a:pt x="30" y="141"/>
                </a:lnTo>
                <a:lnTo>
                  <a:pt x="29" y="143"/>
                </a:lnTo>
                <a:lnTo>
                  <a:pt x="29" y="144"/>
                </a:lnTo>
                <a:lnTo>
                  <a:pt x="28" y="145"/>
                </a:lnTo>
                <a:lnTo>
                  <a:pt x="27" y="146"/>
                </a:lnTo>
                <a:lnTo>
                  <a:pt x="26" y="147"/>
                </a:lnTo>
                <a:lnTo>
                  <a:pt x="25" y="148"/>
                </a:lnTo>
                <a:lnTo>
                  <a:pt x="24" y="149"/>
                </a:lnTo>
                <a:lnTo>
                  <a:pt x="23" y="150"/>
                </a:lnTo>
                <a:lnTo>
                  <a:pt x="22" y="152"/>
                </a:lnTo>
                <a:lnTo>
                  <a:pt x="20" y="153"/>
                </a:lnTo>
                <a:lnTo>
                  <a:pt x="19" y="154"/>
                </a:lnTo>
                <a:lnTo>
                  <a:pt x="18" y="155"/>
                </a:lnTo>
                <a:lnTo>
                  <a:pt x="17" y="156"/>
                </a:lnTo>
                <a:lnTo>
                  <a:pt x="16" y="157"/>
                </a:lnTo>
                <a:lnTo>
                  <a:pt x="15" y="158"/>
                </a:lnTo>
                <a:lnTo>
                  <a:pt x="14" y="160"/>
                </a:lnTo>
                <a:lnTo>
                  <a:pt x="12" y="161"/>
                </a:lnTo>
                <a:lnTo>
                  <a:pt x="11" y="162"/>
                </a:lnTo>
                <a:lnTo>
                  <a:pt x="10" y="163"/>
                </a:lnTo>
                <a:lnTo>
                  <a:pt x="9" y="164"/>
                </a:lnTo>
                <a:lnTo>
                  <a:pt x="8" y="165"/>
                </a:lnTo>
                <a:lnTo>
                  <a:pt x="7" y="166"/>
                </a:lnTo>
                <a:lnTo>
                  <a:pt x="6" y="167"/>
                </a:lnTo>
                <a:lnTo>
                  <a:pt x="5" y="169"/>
                </a:lnTo>
                <a:lnTo>
                  <a:pt x="5" y="170"/>
                </a:lnTo>
                <a:lnTo>
                  <a:pt x="4" y="171"/>
                </a:lnTo>
                <a:lnTo>
                  <a:pt x="3" y="172"/>
                </a:lnTo>
                <a:lnTo>
                  <a:pt x="2" y="173"/>
                </a:lnTo>
                <a:lnTo>
                  <a:pt x="2" y="174"/>
                </a:lnTo>
                <a:lnTo>
                  <a:pt x="1" y="175"/>
                </a:lnTo>
                <a:lnTo>
                  <a:pt x="1" y="177"/>
                </a:lnTo>
                <a:lnTo>
                  <a:pt x="1" y="178"/>
                </a:lnTo>
                <a:lnTo>
                  <a:pt x="0" y="179"/>
                </a:lnTo>
                <a:lnTo>
                  <a:pt x="0" y="180"/>
                </a:lnTo>
                <a:lnTo>
                  <a:pt x="0" y="181"/>
                </a:lnTo>
                <a:lnTo>
                  <a:pt x="0" y="182"/>
                </a:lnTo>
                <a:lnTo>
                  <a:pt x="0" y="183"/>
                </a:lnTo>
                <a:lnTo>
                  <a:pt x="0" y="184"/>
                </a:lnTo>
                <a:lnTo>
                  <a:pt x="0" y="186"/>
                </a:lnTo>
                <a:lnTo>
                  <a:pt x="1" y="187"/>
                </a:lnTo>
                <a:lnTo>
                  <a:pt x="1" y="188"/>
                </a:lnTo>
                <a:lnTo>
                  <a:pt x="1" y="189"/>
                </a:lnTo>
                <a:lnTo>
                  <a:pt x="2" y="190"/>
                </a:lnTo>
                <a:lnTo>
                  <a:pt x="2" y="191"/>
                </a:lnTo>
                <a:lnTo>
                  <a:pt x="3" y="192"/>
                </a:lnTo>
                <a:lnTo>
                  <a:pt x="4" y="193"/>
                </a:lnTo>
                <a:lnTo>
                  <a:pt x="5" y="195"/>
                </a:lnTo>
                <a:lnTo>
                  <a:pt x="5" y="196"/>
                </a:lnTo>
                <a:lnTo>
                  <a:pt x="6" y="197"/>
                </a:lnTo>
                <a:lnTo>
                  <a:pt x="7" y="198"/>
                </a:lnTo>
                <a:lnTo>
                  <a:pt x="8" y="199"/>
                </a:lnTo>
                <a:lnTo>
                  <a:pt x="9" y="200"/>
                </a:lnTo>
                <a:lnTo>
                  <a:pt x="10" y="201"/>
                </a:lnTo>
                <a:lnTo>
                  <a:pt x="11" y="203"/>
                </a:lnTo>
                <a:lnTo>
                  <a:pt x="12" y="204"/>
                </a:lnTo>
                <a:lnTo>
                  <a:pt x="14" y="205"/>
                </a:lnTo>
                <a:lnTo>
                  <a:pt x="15" y="206"/>
                </a:lnTo>
                <a:lnTo>
                  <a:pt x="16" y="207"/>
                </a:lnTo>
                <a:lnTo>
                  <a:pt x="17" y="208"/>
                </a:lnTo>
                <a:lnTo>
                  <a:pt x="18" y="209"/>
                </a:lnTo>
                <a:lnTo>
                  <a:pt x="19" y="210"/>
                </a:lnTo>
                <a:lnTo>
                  <a:pt x="20" y="212"/>
                </a:lnTo>
                <a:lnTo>
                  <a:pt x="22" y="213"/>
                </a:lnTo>
                <a:lnTo>
                  <a:pt x="23" y="214"/>
                </a:lnTo>
                <a:lnTo>
                  <a:pt x="24" y="215"/>
                </a:lnTo>
                <a:lnTo>
                  <a:pt x="25" y="216"/>
                </a:lnTo>
                <a:lnTo>
                  <a:pt x="26" y="217"/>
                </a:lnTo>
                <a:lnTo>
                  <a:pt x="27" y="218"/>
                </a:lnTo>
                <a:lnTo>
                  <a:pt x="28" y="219"/>
                </a:lnTo>
                <a:lnTo>
                  <a:pt x="29" y="221"/>
                </a:lnTo>
                <a:lnTo>
                  <a:pt x="29" y="222"/>
                </a:lnTo>
                <a:lnTo>
                  <a:pt x="30" y="223"/>
                </a:lnTo>
                <a:lnTo>
                  <a:pt x="31" y="224"/>
                </a:lnTo>
                <a:lnTo>
                  <a:pt x="32" y="225"/>
                </a:lnTo>
                <a:lnTo>
                  <a:pt x="32" y="226"/>
                </a:lnTo>
                <a:lnTo>
                  <a:pt x="33" y="227"/>
                </a:lnTo>
                <a:lnTo>
                  <a:pt x="33" y="229"/>
                </a:lnTo>
                <a:lnTo>
                  <a:pt x="33" y="230"/>
                </a:lnTo>
                <a:lnTo>
                  <a:pt x="34" y="231"/>
                </a:lnTo>
                <a:lnTo>
                  <a:pt x="34" y="232"/>
                </a:lnTo>
                <a:lnTo>
                  <a:pt x="34" y="233"/>
                </a:lnTo>
                <a:lnTo>
                  <a:pt x="34" y="234"/>
                </a:lnTo>
                <a:lnTo>
                  <a:pt x="34" y="235"/>
                </a:lnTo>
                <a:lnTo>
                  <a:pt x="34" y="236"/>
                </a:lnTo>
                <a:lnTo>
                  <a:pt x="34" y="238"/>
                </a:lnTo>
                <a:lnTo>
                  <a:pt x="33" y="239"/>
                </a:lnTo>
                <a:lnTo>
                  <a:pt x="33" y="240"/>
                </a:lnTo>
                <a:lnTo>
                  <a:pt x="33" y="241"/>
                </a:lnTo>
                <a:lnTo>
                  <a:pt x="32" y="242"/>
                </a:lnTo>
                <a:lnTo>
                  <a:pt x="32" y="243"/>
                </a:lnTo>
                <a:lnTo>
                  <a:pt x="31" y="244"/>
                </a:lnTo>
                <a:lnTo>
                  <a:pt x="30" y="245"/>
                </a:lnTo>
                <a:lnTo>
                  <a:pt x="29" y="247"/>
                </a:lnTo>
                <a:lnTo>
                  <a:pt x="29" y="248"/>
                </a:lnTo>
                <a:lnTo>
                  <a:pt x="28" y="249"/>
                </a:lnTo>
                <a:lnTo>
                  <a:pt x="27" y="250"/>
                </a:lnTo>
                <a:lnTo>
                  <a:pt x="26" y="251"/>
                </a:lnTo>
                <a:lnTo>
                  <a:pt x="25" y="252"/>
                </a:lnTo>
                <a:lnTo>
                  <a:pt x="24" y="253"/>
                </a:lnTo>
                <a:lnTo>
                  <a:pt x="23" y="255"/>
                </a:lnTo>
                <a:lnTo>
                  <a:pt x="22" y="256"/>
                </a:lnTo>
                <a:lnTo>
                  <a:pt x="20" y="257"/>
                </a:lnTo>
                <a:lnTo>
                  <a:pt x="19" y="258"/>
                </a:lnTo>
                <a:lnTo>
                  <a:pt x="18" y="259"/>
                </a:lnTo>
                <a:lnTo>
                  <a:pt x="17" y="260"/>
                </a:lnTo>
                <a:lnTo>
                  <a:pt x="16" y="261"/>
                </a:lnTo>
                <a:lnTo>
                  <a:pt x="15" y="262"/>
                </a:lnTo>
                <a:lnTo>
                  <a:pt x="14" y="264"/>
                </a:lnTo>
                <a:lnTo>
                  <a:pt x="12" y="265"/>
                </a:lnTo>
                <a:lnTo>
                  <a:pt x="11" y="266"/>
                </a:lnTo>
                <a:lnTo>
                  <a:pt x="10" y="267"/>
                </a:lnTo>
                <a:lnTo>
                  <a:pt x="9" y="268"/>
                </a:lnTo>
                <a:lnTo>
                  <a:pt x="8" y="269"/>
                </a:lnTo>
                <a:lnTo>
                  <a:pt x="7" y="270"/>
                </a:lnTo>
                <a:lnTo>
                  <a:pt x="6" y="272"/>
                </a:lnTo>
                <a:lnTo>
                  <a:pt x="5" y="273"/>
                </a:lnTo>
                <a:lnTo>
                  <a:pt x="5" y="274"/>
                </a:lnTo>
                <a:lnTo>
                  <a:pt x="4" y="275"/>
                </a:lnTo>
                <a:lnTo>
                  <a:pt x="3" y="276"/>
                </a:lnTo>
                <a:lnTo>
                  <a:pt x="2" y="277"/>
                </a:lnTo>
                <a:lnTo>
                  <a:pt x="2" y="278"/>
                </a:lnTo>
                <a:lnTo>
                  <a:pt x="1" y="279"/>
                </a:lnTo>
                <a:lnTo>
                  <a:pt x="1" y="281"/>
                </a:lnTo>
                <a:lnTo>
                  <a:pt x="1" y="282"/>
                </a:lnTo>
                <a:lnTo>
                  <a:pt x="0" y="283"/>
                </a:lnTo>
                <a:lnTo>
                  <a:pt x="0" y="284"/>
                </a:lnTo>
                <a:lnTo>
                  <a:pt x="0" y="285"/>
                </a:lnTo>
                <a:lnTo>
                  <a:pt x="0" y="286"/>
                </a:lnTo>
                <a:lnTo>
                  <a:pt x="0" y="287"/>
                </a:lnTo>
                <a:lnTo>
                  <a:pt x="0" y="288"/>
                </a:lnTo>
                <a:lnTo>
                  <a:pt x="0" y="290"/>
                </a:lnTo>
                <a:lnTo>
                  <a:pt x="1" y="291"/>
                </a:lnTo>
                <a:lnTo>
                  <a:pt x="1" y="292"/>
                </a:lnTo>
                <a:lnTo>
                  <a:pt x="1" y="293"/>
                </a:lnTo>
                <a:lnTo>
                  <a:pt x="2" y="294"/>
                </a:lnTo>
                <a:lnTo>
                  <a:pt x="2" y="295"/>
                </a:lnTo>
                <a:lnTo>
                  <a:pt x="3" y="296"/>
                </a:lnTo>
                <a:lnTo>
                  <a:pt x="4" y="298"/>
                </a:lnTo>
                <a:lnTo>
                  <a:pt x="5" y="299"/>
                </a:lnTo>
                <a:lnTo>
                  <a:pt x="5" y="300"/>
                </a:lnTo>
                <a:lnTo>
                  <a:pt x="6" y="301"/>
                </a:lnTo>
                <a:lnTo>
                  <a:pt x="7" y="302"/>
                </a:lnTo>
                <a:lnTo>
                  <a:pt x="8" y="303"/>
                </a:lnTo>
                <a:lnTo>
                  <a:pt x="9" y="304"/>
                </a:lnTo>
                <a:lnTo>
                  <a:pt x="10" y="305"/>
                </a:lnTo>
                <a:lnTo>
                  <a:pt x="11" y="307"/>
                </a:lnTo>
                <a:lnTo>
                  <a:pt x="12" y="308"/>
                </a:lnTo>
                <a:lnTo>
                  <a:pt x="14" y="309"/>
                </a:lnTo>
                <a:lnTo>
                  <a:pt x="15" y="310"/>
                </a:lnTo>
                <a:lnTo>
                  <a:pt x="16" y="311"/>
                </a:lnTo>
                <a:lnTo>
                  <a:pt x="17" y="312"/>
                </a:lnTo>
                <a:lnTo>
                  <a:pt x="18" y="313"/>
                </a:lnTo>
                <a:lnTo>
                  <a:pt x="19" y="314"/>
                </a:lnTo>
                <a:lnTo>
                  <a:pt x="20" y="316"/>
                </a:lnTo>
                <a:lnTo>
                  <a:pt x="22" y="317"/>
                </a:lnTo>
                <a:lnTo>
                  <a:pt x="23" y="318"/>
                </a:lnTo>
                <a:lnTo>
                  <a:pt x="24" y="319"/>
                </a:lnTo>
                <a:lnTo>
                  <a:pt x="25" y="320"/>
                </a:lnTo>
                <a:lnTo>
                  <a:pt x="26" y="321"/>
                </a:lnTo>
                <a:lnTo>
                  <a:pt x="27" y="322"/>
                </a:lnTo>
                <a:lnTo>
                  <a:pt x="28" y="324"/>
                </a:lnTo>
                <a:lnTo>
                  <a:pt x="29" y="325"/>
                </a:lnTo>
                <a:lnTo>
                  <a:pt x="29" y="326"/>
                </a:lnTo>
                <a:lnTo>
                  <a:pt x="30" y="327"/>
                </a:lnTo>
                <a:lnTo>
                  <a:pt x="31" y="328"/>
                </a:lnTo>
                <a:lnTo>
                  <a:pt x="32" y="329"/>
                </a:lnTo>
                <a:lnTo>
                  <a:pt x="32" y="330"/>
                </a:lnTo>
                <a:lnTo>
                  <a:pt x="33" y="331"/>
                </a:lnTo>
                <a:lnTo>
                  <a:pt x="33" y="333"/>
                </a:lnTo>
                <a:lnTo>
                  <a:pt x="33" y="334"/>
                </a:lnTo>
                <a:lnTo>
                  <a:pt x="34" y="335"/>
                </a:lnTo>
                <a:lnTo>
                  <a:pt x="34" y="336"/>
                </a:lnTo>
                <a:lnTo>
                  <a:pt x="34" y="337"/>
                </a:lnTo>
                <a:lnTo>
                  <a:pt x="34" y="338"/>
                </a:lnTo>
                <a:lnTo>
                  <a:pt x="34" y="339"/>
                </a:lnTo>
                <a:lnTo>
                  <a:pt x="34" y="34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Freeform 35"/>
          <p:cNvSpPr/>
          <p:nvPr/>
        </p:nvSpPr>
        <p:spPr>
          <a:xfrm>
            <a:off x="7207397" y="6750389"/>
            <a:ext cx="323714" cy="3237140"/>
          </a:xfrm>
          <a:custGeom>
            <a:avLst/>
            <a:gdLst/>
            <a:ahLst/>
            <a:cxnLst/>
            <a:rect l="l" t="t" r="r" b="b"/>
            <a:pathLst>
              <a:path w="34" h="340">
                <a:moveTo>
                  <a:pt x="17" y="0"/>
                </a:moveTo>
                <a:lnTo>
                  <a:pt x="16" y="1"/>
                </a:lnTo>
                <a:lnTo>
                  <a:pt x="15" y="2"/>
                </a:lnTo>
                <a:lnTo>
                  <a:pt x="14" y="3"/>
                </a:lnTo>
                <a:lnTo>
                  <a:pt x="12" y="5"/>
                </a:lnTo>
                <a:lnTo>
                  <a:pt x="11" y="6"/>
                </a:lnTo>
                <a:lnTo>
                  <a:pt x="10" y="7"/>
                </a:lnTo>
                <a:lnTo>
                  <a:pt x="9" y="8"/>
                </a:lnTo>
                <a:lnTo>
                  <a:pt x="8" y="9"/>
                </a:lnTo>
                <a:lnTo>
                  <a:pt x="7" y="10"/>
                </a:lnTo>
                <a:lnTo>
                  <a:pt x="6" y="11"/>
                </a:lnTo>
                <a:lnTo>
                  <a:pt x="5" y="13"/>
                </a:lnTo>
                <a:lnTo>
                  <a:pt x="5" y="14"/>
                </a:lnTo>
                <a:lnTo>
                  <a:pt x="4" y="15"/>
                </a:lnTo>
                <a:lnTo>
                  <a:pt x="3" y="16"/>
                </a:lnTo>
                <a:lnTo>
                  <a:pt x="2" y="17"/>
                </a:lnTo>
                <a:lnTo>
                  <a:pt x="2" y="18"/>
                </a:lnTo>
                <a:lnTo>
                  <a:pt x="1" y="19"/>
                </a:lnTo>
                <a:lnTo>
                  <a:pt x="1" y="20"/>
                </a:lnTo>
                <a:lnTo>
                  <a:pt x="1" y="22"/>
                </a:lnTo>
                <a:lnTo>
                  <a:pt x="0" y="23"/>
                </a:lnTo>
                <a:lnTo>
                  <a:pt x="0" y="24"/>
                </a:lnTo>
                <a:lnTo>
                  <a:pt x="0" y="25"/>
                </a:lnTo>
                <a:lnTo>
                  <a:pt x="0" y="26"/>
                </a:lnTo>
                <a:lnTo>
                  <a:pt x="0" y="27"/>
                </a:lnTo>
                <a:lnTo>
                  <a:pt x="0" y="28"/>
                </a:lnTo>
                <a:lnTo>
                  <a:pt x="0" y="29"/>
                </a:lnTo>
                <a:lnTo>
                  <a:pt x="1" y="31"/>
                </a:lnTo>
                <a:lnTo>
                  <a:pt x="1" y="32"/>
                </a:lnTo>
                <a:lnTo>
                  <a:pt x="1" y="33"/>
                </a:lnTo>
                <a:lnTo>
                  <a:pt x="2" y="34"/>
                </a:lnTo>
                <a:lnTo>
                  <a:pt x="2" y="35"/>
                </a:lnTo>
                <a:lnTo>
                  <a:pt x="3" y="36"/>
                </a:lnTo>
                <a:lnTo>
                  <a:pt x="4" y="37"/>
                </a:lnTo>
                <a:lnTo>
                  <a:pt x="5" y="39"/>
                </a:lnTo>
                <a:lnTo>
                  <a:pt x="5" y="40"/>
                </a:lnTo>
                <a:lnTo>
                  <a:pt x="6" y="41"/>
                </a:lnTo>
                <a:lnTo>
                  <a:pt x="7" y="42"/>
                </a:lnTo>
                <a:lnTo>
                  <a:pt x="8" y="43"/>
                </a:lnTo>
                <a:lnTo>
                  <a:pt x="9" y="44"/>
                </a:lnTo>
                <a:lnTo>
                  <a:pt x="10" y="45"/>
                </a:lnTo>
                <a:lnTo>
                  <a:pt x="11" y="46"/>
                </a:lnTo>
                <a:lnTo>
                  <a:pt x="12" y="48"/>
                </a:lnTo>
                <a:lnTo>
                  <a:pt x="14" y="49"/>
                </a:lnTo>
                <a:lnTo>
                  <a:pt x="15" y="50"/>
                </a:lnTo>
                <a:lnTo>
                  <a:pt x="16" y="51"/>
                </a:lnTo>
                <a:lnTo>
                  <a:pt x="17" y="52"/>
                </a:lnTo>
                <a:lnTo>
                  <a:pt x="18" y="53"/>
                </a:lnTo>
                <a:lnTo>
                  <a:pt x="19" y="54"/>
                </a:lnTo>
                <a:lnTo>
                  <a:pt x="20" y="55"/>
                </a:lnTo>
                <a:lnTo>
                  <a:pt x="22" y="57"/>
                </a:lnTo>
                <a:lnTo>
                  <a:pt x="23" y="58"/>
                </a:lnTo>
                <a:lnTo>
                  <a:pt x="24" y="59"/>
                </a:lnTo>
                <a:lnTo>
                  <a:pt x="25" y="60"/>
                </a:lnTo>
                <a:lnTo>
                  <a:pt x="26" y="61"/>
                </a:lnTo>
                <a:lnTo>
                  <a:pt x="27" y="62"/>
                </a:lnTo>
                <a:lnTo>
                  <a:pt x="28" y="63"/>
                </a:lnTo>
                <a:lnTo>
                  <a:pt x="29" y="65"/>
                </a:lnTo>
                <a:lnTo>
                  <a:pt x="29" y="66"/>
                </a:lnTo>
                <a:lnTo>
                  <a:pt x="30" y="67"/>
                </a:lnTo>
                <a:lnTo>
                  <a:pt x="31" y="68"/>
                </a:lnTo>
                <a:lnTo>
                  <a:pt x="32" y="69"/>
                </a:lnTo>
                <a:lnTo>
                  <a:pt x="32" y="70"/>
                </a:lnTo>
                <a:lnTo>
                  <a:pt x="33" y="71"/>
                </a:lnTo>
                <a:lnTo>
                  <a:pt x="33" y="72"/>
                </a:lnTo>
                <a:lnTo>
                  <a:pt x="33" y="74"/>
                </a:lnTo>
                <a:lnTo>
                  <a:pt x="34" y="75"/>
                </a:lnTo>
                <a:lnTo>
                  <a:pt x="34" y="76"/>
                </a:lnTo>
                <a:lnTo>
                  <a:pt x="34" y="77"/>
                </a:lnTo>
                <a:lnTo>
                  <a:pt x="34" y="78"/>
                </a:lnTo>
                <a:lnTo>
                  <a:pt x="34" y="79"/>
                </a:lnTo>
                <a:lnTo>
                  <a:pt x="34" y="80"/>
                </a:lnTo>
                <a:lnTo>
                  <a:pt x="34" y="82"/>
                </a:lnTo>
                <a:lnTo>
                  <a:pt x="33" y="83"/>
                </a:lnTo>
                <a:lnTo>
                  <a:pt x="33" y="84"/>
                </a:lnTo>
                <a:lnTo>
                  <a:pt x="33" y="85"/>
                </a:lnTo>
                <a:lnTo>
                  <a:pt x="32" y="86"/>
                </a:lnTo>
                <a:lnTo>
                  <a:pt x="32" y="87"/>
                </a:lnTo>
                <a:lnTo>
                  <a:pt x="31" y="88"/>
                </a:lnTo>
                <a:lnTo>
                  <a:pt x="30" y="89"/>
                </a:lnTo>
                <a:lnTo>
                  <a:pt x="29" y="91"/>
                </a:lnTo>
                <a:lnTo>
                  <a:pt x="29" y="92"/>
                </a:lnTo>
                <a:lnTo>
                  <a:pt x="28" y="93"/>
                </a:lnTo>
                <a:lnTo>
                  <a:pt x="27" y="94"/>
                </a:lnTo>
                <a:lnTo>
                  <a:pt x="26" y="95"/>
                </a:lnTo>
                <a:lnTo>
                  <a:pt x="25" y="96"/>
                </a:lnTo>
                <a:lnTo>
                  <a:pt x="24" y="97"/>
                </a:lnTo>
                <a:lnTo>
                  <a:pt x="23" y="98"/>
                </a:lnTo>
                <a:lnTo>
                  <a:pt x="22" y="100"/>
                </a:lnTo>
                <a:lnTo>
                  <a:pt x="20" y="101"/>
                </a:lnTo>
                <a:lnTo>
                  <a:pt x="19" y="102"/>
                </a:lnTo>
                <a:lnTo>
                  <a:pt x="18" y="103"/>
                </a:lnTo>
                <a:lnTo>
                  <a:pt x="17" y="104"/>
                </a:lnTo>
                <a:lnTo>
                  <a:pt x="16" y="105"/>
                </a:lnTo>
                <a:lnTo>
                  <a:pt x="15" y="106"/>
                </a:lnTo>
                <a:lnTo>
                  <a:pt x="14" y="108"/>
                </a:lnTo>
                <a:lnTo>
                  <a:pt x="12" y="109"/>
                </a:lnTo>
                <a:lnTo>
                  <a:pt x="11" y="110"/>
                </a:lnTo>
                <a:lnTo>
                  <a:pt x="10" y="111"/>
                </a:lnTo>
                <a:lnTo>
                  <a:pt x="9" y="112"/>
                </a:lnTo>
                <a:lnTo>
                  <a:pt x="8" y="113"/>
                </a:lnTo>
                <a:lnTo>
                  <a:pt x="7" y="114"/>
                </a:lnTo>
                <a:lnTo>
                  <a:pt x="6" y="115"/>
                </a:lnTo>
                <a:lnTo>
                  <a:pt x="5" y="117"/>
                </a:lnTo>
                <a:lnTo>
                  <a:pt x="5" y="118"/>
                </a:lnTo>
                <a:lnTo>
                  <a:pt x="4" y="119"/>
                </a:lnTo>
                <a:lnTo>
                  <a:pt x="3" y="120"/>
                </a:lnTo>
                <a:lnTo>
                  <a:pt x="2" y="121"/>
                </a:lnTo>
                <a:lnTo>
                  <a:pt x="2" y="122"/>
                </a:lnTo>
                <a:lnTo>
                  <a:pt x="1" y="123"/>
                </a:lnTo>
                <a:lnTo>
                  <a:pt x="1" y="124"/>
                </a:lnTo>
                <a:lnTo>
                  <a:pt x="1" y="126"/>
                </a:lnTo>
                <a:lnTo>
                  <a:pt x="0" y="127"/>
                </a:lnTo>
                <a:lnTo>
                  <a:pt x="0" y="128"/>
                </a:lnTo>
                <a:lnTo>
                  <a:pt x="0" y="129"/>
                </a:lnTo>
                <a:lnTo>
                  <a:pt x="0" y="130"/>
                </a:lnTo>
                <a:lnTo>
                  <a:pt x="0" y="131"/>
                </a:lnTo>
                <a:lnTo>
                  <a:pt x="0" y="132"/>
                </a:lnTo>
                <a:lnTo>
                  <a:pt x="0" y="134"/>
                </a:lnTo>
                <a:lnTo>
                  <a:pt x="1" y="135"/>
                </a:lnTo>
                <a:lnTo>
                  <a:pt x="1" y="136"/>
                </a:lnTo>
                <a:lnTo>
                  <a:pt x="1" y="137"/>
                </a:lnTo>
                <a:lnTo>
                  <a:pt x="2" y="138"/>
                </a:lnTo>
                <a:lnTo>
                  <a:pt x="2" y="139"/>
                </a:lnTo>
                <a:lnTo>
                  <a:pt x="3" y="140"/>
                </a:lnTo>
                <a:lnTo>
                  <a:pt x="4" y="141"/>
                </a:lnTo>
                <a:lnTo>
                  <a:pt x="5" y="143"/>
                </a:lnTo>
                <a:lnTo>
                  <a:pt x="5" y="144"/>
                </a:lnTo>
                <a:lnTo>
                  <a:pt x="6" y="145"/>
                </a:lnTo>
                <a:lnTo>
                  <a:pt x="7" y="146"/>
                </a:lnTo>
                <a:lnTo>
                  <a:pt x="8" y="147"/>
                </a:lnTo>
                <a:lnTo>
                  <a:pt x="9" y="148"/>
                </a:lnTo>
                <a:lnTo>
                  <a:pt x="10" y="149"/>
                </a:lnTo>
                <a:lnTo>
                  <a:pt x="11" y="150"/>
                </a:lnTo>
                <a:lnTo>
                  <a:pt x="12" y="152"/>
                </a:lnTo>
                <a:lnTo>
                  <a:pt x="14" y="153"/>
                </a:lnTo>
                <a:lnTo>
                  <a:pt x="15" y="154"/>
                </a:lnTo>
                <a:lnTo>
                  <a:pt x="16" y="155"/>
                </a:lnTo>
                <a:lnTo>
                  <a:pt x="17" y="156"/>
                </a:lnTo>
                <a:lnTo>
                  <a:pt x="18" y="157"/>
                </a:lnTo>
                <a:lnTo>
                  <a:pt x="19" y="158"/>
                </a:lnTo>
                <a:lnTo>
                  <a:pt x="20" y="160"/>
                </a:lnTo>
                <a:lnTo>
                  <a:pt x="22" y="161"/>
                </a:lnTo>
                <a:lnTo>
                  <a:pt x="23" y="162"/>
                </a:lnTo>
                <a:lnTo>
                  <a:pt x="24" y="163"/>
                </a:lnTo>
                <a:lnTo>
                  <a:pt x="25" y="164"/>
                </a:lnTo>
                <a:lnTo>
                  <a:pt x="26" y="165"/>
                </a:lnTo>
                <a:lnTo>
                  <a:pt x="27" y="166"/>
                </a:lnTo>
                <a:lnTo>
                  <a:pt x="28" y="167"/>
                </a:lnTo>
                <a:lnTo>
                  <a:pt x="29" y="169"/>
                </a:lnTo>
                <a:lnTo>
                  <a:pt x="29" y="170"/>
                </a:lnTo>
                <a:lnTo>
                  <a:pt x="30" y="171"/>
                </a:lnTo>
                <a:lnTo>
                  <a:pt x="31" y="172"/>
                </a:lnTo>
                <a:lnTo>
                  <a:pt x="32" y="173"/>
                </a:lnTo>
                <a:lnTo>
                  <a:pt x="32" y="174"/>
                </a:lnTo>
                <a:lnTo>
                  <a:pt x="33" y="175"/>
                </a:lnTo>
                <a:lnTo>
                  <a:pt x="33" y="177"/>
                </a:lnTo>
                <a:lnTo>
                  <a:pt x="33" y="178"/>
                </a:lnTo>
                <a:lnTo>
                  <a:pt x="34" y="179"/>
                </a:lnTo>
                <a:lnTo>
                  <a:pt x="34" y="180"/>
                </a:lnTo>
                <a:lnTo>
                  <a:pt x="34" y="181"/>
                </a:lnTo>
                <a:lnTo>
                  <a:pt x="34" y="182"/>
                </a:lnTo>
                <a:lnTo>
                  <a:pt x="34" y="183"/>
                </a:lnTo>
                <a:lnTo>
                  <a:pt x="34" y="184"/>
                </a:lnTo>
                <a:lnTo>
                  <a:pt x="34" y="186"/>
                </a:lnTo>
                <a:lnTo>
                  <a:pt x="33" y="187"/>
                </a:lnTo>
                <a:lnTo>
                  <a:pt x="33" y="188"/>
                </a:lnTo>
                <a:lnTo>
                  <a:pt x="33" y="189"/>
                </a:lnTo>
                <a:lnTo>
                  <a:pt x="32" y="190"/>
                </a:lnTo>
                <a:lnTo>
                  <a:pt x="32" y="191"/>
                </a:lnTo>
                <a:lnTo>
                  <a:pt x="31" y="192"/>
                </a:lnTo>
                <a:lnTo>
                  <a:pt x="30" y="193"/>
                </a:lnTo>
                <a:lnTo>
                  <a:pt x="29" y="195"/>
                </a:lnTo>
                <a:lnTo>
                  <a:pt x="29" y="196"/>
                </a:lnTo>
                <a:lnTo>
                  <a:pt x="28" y="197"/>
                </a:lnTo>
                <a:lnTo>
                  <a:pt x="27" y="198"/>
                </a:lnTo>
                <a:lnTo>
                  <a:pt x="26" y="199"/>
                </a:lnTo>
                <a:lnTo>
                  <a:pt x="25" y="200"/>
                </a:lnTo>
                <a:lnTo>
                  <a:pt x="24" y="201"/>
                </a:lnTo>
                <a:lnTo>
                  <a:pt x="23" y="203"/>
                </a:lnTo>
                <a:lnTo>
                  <a:pt x="22" y="204"/>
                </a:lnTo>
                <a:lnTo>
                  <a:pt x="20" y="205"/>
                </a:lnTo>
                <a:lnTo>
                  <a:pt x="19" y="206"/>
                </a:lnTo>
                <a:lnTo>
                  <a:pt x="18" y="207"/>
                </a:lnTo>
                <a:lnTo>
                  <a:pt x="17" y="208"/>
                </a:lnTo>
                <a:lnTo>
                  <a:pt x="16" y="209"/>
                </a:lnTo>
                <a:lnTo>
                  <a:pt x="15" y="210"/>
                </a:lnTo>
                <a:lnTo>
                  <a:pt x="14" y="212"/>
                </a:lnTo>
                <a:lnTo>
                  <a:pt x="12" y="213"/>
                </a:lnTo>
                <a:lnTo>
                  <a:pt x="11" y="214"/>
                </a:lnTo>
                <a:lnTo>
                  <a:pt x="10" y="215"/>
                </a:lnTo>
                <a:lnTo>
                  <a:pt x="9" y="216"/>
                </a:lnTo>
                <a:lnTo>
                  <a:pt x="8" y="217"/>
                </a:lnTo>
                <a:lnTo>
                  <a:pt x="7" y="218"/>
                </a:lnTo>
                <a:lnTo>
                  <a:pt x="6" y="219"/>
                </a:lnTo>
                <a:lnTo>
                  <a:pt x="5" y="221"/>
                </a:lnTo>
                <a:lnTo>
                  <a:pt x="5" y="222"/>
                </a:lnTo>
                <a:lnTo>
                  <a:pt x="4" y="223"/>
                </a:lnTo>
                <a:lnTo>
                  <a:pt x="3" y="224"/>
                </a:lnTo>
                <a:lnTo>
                  <a:pt x="2" y="225"/>
                </a:lnTo>
                <a:lnTo>
                  <a:pt x="2" y="226"/>
                </a:lnTo>
                <a:lnTo>
                  <a:pt x="1" y="227"/>
                </a:lnTo>
                <a:lnTo>
                  <a:pt x="1" y="229"/>
                </a:lnTo>
                <a:lnTo>
                  <a:pt x="1" y="230"/>
                </a:lnTo>
                <a:lnTo>
                  <a:pt x="0" y="231"/>
                </a:lnTo>
                <a:lnTo>
                  <a:pt x="0" y="232"/>
                </a:lnTo>
                <a:lnTo>
                  <a:pt x="0" y="233"/>
                </a:lnTo>
                <a:lnTo>
                  <a:pt x="0" y="234"/>
                </a:lnTo>
                <a:lnTo>
                  <a:pt x="0" y="235"/>
                </a:lnTo>
                <a:lnTo>
                  <a:pt x="0" y="236"/>
                </a:lnTo>
                <a:lnTo>
                  <a:pt x="0" y="238"/>
                </a:lnTo>
                <a:lnTo>
                  <a:pt x="1" y="239"/>
                </a:lnTo>
                <a:lnTo>
                  <a:pt x="1" y="240"/>
                </a:lnTo>
                <a:lnTo>
                  <a:pt x="1" y="241"/>
                </a:lnTo>
                <a:lnTo>
                  <a:pt x="2" y="242"/>
                </a:lnTo>
                <a:lnTo>
                  <a:pt x="2" y="243"/>
                </a:lnTo>
                <a:lnTo>
                  <a:pt x="3" y="244"/>
                </a:lnTo>
                <a:lnTo>
                  <a:pt x="4" y="245"/>
                </a:lnTo>
                <a:lnTo>
                  <a:pt x="5" y="247"/>
                </a:lnTo>
                <a:lnTo>
                  <a:pt x="5" y="248"/>
                </a:lnTo>
                <a:lnTo>
                  <a:pt x="6" y="249"/>
                </a:lnTo>
                <a:lnTo>
                  <a:pt x="7" y="250"/>
                </a:lnTo>
                <a:lnTo>
                  <a:pt x="8" y="251"/>
                </a:lnTo>
                <a:lnTo>
                  <a:pt x="9" y="252"/>
                </a:lnTo>
                <a:lnTo>
                  <a:pt x="10" y="253"/>
                </a:lnTo>
                <a:lnTo>
                  <a:pt x="11" y="255"/>
                </a:lnTo>
                <a:lnTo>
                  <a:pt x="12" y="256"/>
                </a:lnTo>
                <a:lnTo>
                  <a:pt x="14" y="257"/>
                </a:lnTo>
                <a:lnTo>
                  <a:pt x="15" y="258"/>
                </a:lnTo>
                <a:lnTo>
                  <a:pt x="16" y="259"/>
                </a:lnTo>
                <a:lnTo>
                  <a:pt x="17" y="260"/>
                </a:lnTo>
                <a:lnTo>
                  <a:pt x="18" y="261"/>
                </a:lnTo>
                <a:lnTo>
                  <a:pt x="19" y="262"/>
                </a:lnTo>
                <a:lnTo>
                  <a:pt x="20" y="264"/>
                </a:lnTo>
                <a:lnTo>
                  <a:pt x="22" y="265"/>
                </a:lnTo>
                <a:lnTo>
                  <a:pt x="23" y="266"/>
                </a:lnTo>
                <a:lnTo>
                  <a:pt x="24" y="267"/>
                </a:lnTo>
                <a:lnTo>
                  <a:pt x="25" y="268"/>
                </a:lnTo>
                <a:lnTo>
                  <a:pt x="26" y="269"/>
                </a:lnTo>
                <a:lnTo>
                  <a:pt x="27" y="270"/>
                </a:lnTo>
                <a:lnTo>
                  <a:pt x="28" y="272"/>
                </a:lnTo>
                <a:lnTo>
                  <a:pt x="29" y="273"/>
                </a:lnTo>
                <a:lnTo>
                  <a:pt x="29" y="274"/>
                </a:lnTo>
                <a:lnTo>
                  <a:pt x="30" y="275"/>
                </a:lnTo>
                <a:lnTo>
                  <a:pt x="31" y="276"/>
                </a:lnTo>
                <a:lnTo>
                  <a:pt x="32" y="277"/>
                </a:lnTo>
                <a:lnTo>
                  <a:pt x="32" y="278"/>
                </a:lnTo>
                <a:lnTo>
                  <a:pt x="33" y="279"/>
                </a:lnTo>
                <a:lnTo>
                  <a:pt x="33" y="281"/>
                </a:lnTo>
                <a:lnTo>
                  <a:pt x="33" y="282"/>
                </a:lnTo>
                <a:lnTo>
                  <a:pt x="34" y="283"/>
                </a:lnTo>
                <a:lnTo>
                  <a:pt x="34" y="284"/>
                </a:lnTo>
                <a:lnTo>
                  <a:pt x="34" y="285"/>
                </a:lnTo>
                <a:lnTo>
                  <a:pt x="34" y="286"/>
                </a:lnTo>
                <a:lnTo>
                  <a:pt x="34" y="287"/>
                </a:lnTo>
                <a:lnTo>
                  <a:pt x="34" y="288"/>
                </a:lnTo>
                <a:lnTo>
                  <a:pt x="34" y="290"/>
                </a:lnTo>
                <a:lnTo>
                  <a:pt x="33" y="291"/>
                </a:lnTo>
                <a:lnTo>
                  <a:pt x="33" y="292"/>
                </a:lnTo>
                <a:lnTo>
                  <a:pt x="33" y="293"/>
                </a:lnTo>
                <a:lnTo>
                  <a:pt x="32" y="294"/>
                </a:lnTo>
                <a:lnTo>
                  <a:pt x="32" y="295"/>
                </a:lnTo>
                <a:lnTo>
                  <a:pt x="31" y="296"/>
                </a:lnTo>
                <a:lnTo>
                  <a:pt x="30" y="298"/>
                </a:lnTo>
                <a:lnTo>
                  <a:pt x="29" y="299"/>
                </a:lnTo>
                <a:lnTo>
                  <a:pt x="29" y="300"/>
                </a:lnTo>
                <a:lnTo>
                  <a:pt x="28" y="301"/>
                </a:lnTo>
                <a:lnTo>
                  <a:pt x="27" y="302"/>
                </a:lnTo>
                <a:lnTo>
                  <a:pt x="26" y="303"/>
                </a:lnTo>
                <a:lnTo>
                  <a:pt x="25" y="304"/>
                </a:lnTo>
                <a:lnTo>
                  <a:pt x="24" y="305"/>
                </a:lnTo>
                <a:lnTo>
                  <a:pt x="23" y="307"/>
                </a:lnTo>
                <a:lnTo>
                  <a:pt x="22" y="308"/>
                </a:lnTo>
                <a:lnTo>
                  <a:pt x="20" y="309"/>
                </a:lnTo>
                <a:lnTo>
                  <a:pt x="19" y="310"/>
                </a:lnTo>
                <a:lnTo>
                  <a:pt x="18" y="311"/>
                </a:lnTo>
                <a:lnTo>
                  <a:pt x="17" y="312"/>
                </a:lnTo>
                <a:lnTo>
                  <a:pt x="16" y="313"/>
                </a:lnTo>
                <a:lnTo>
                  <a:pt x="15" y="314"/>
                </a:lnTo>
                <a:lnTo>
                  <a:pt x="14" y="316"/>
                </a:lnTo>
                <a:lnTo>
                  <a:pt x="12" y="317"/>
                </a:lnTo>
                <a:lnTo>
                  <a:pt x="11" y="318"/>
                </a:lnTo>
                <a:lnTo>
                  <a:pt x="10" y="319"/>
                </a:lnTo>
                <a:lnTo>
                  <a:pt x="9" y="320"/>
                </a:lnTo>
                <a:lnTo>
                  <a:pt x="8" y="321"/>
                </a:lnTo>
                <a:lnTo>
                  <a:pt x="7" y="322"/>
                </a:lnTo>
                <a:lnTo>
                  <a:pt x="6" y="324"/>
                </a:lnTo>
                <a:lnTo>
                  <a:pt x="5" y="325"/>
                </a:lnTo>
                <a:lnTo>
                  <a:pt x="5" y="326"/>
                </a:lnTo>
                <a:lnTo>
                  <a:pt x="4" y="327"/>
                </a:lnTo>
                <a:lnTo>
                  <a:pt x="3" y="328"/>
                </a:lnTo>
                <a:lnTo>
                  <a:pt x="2" y="329"/>
                </a:lnTo>
                <a:lnTo>
                  <a:pt x="2" y="330"/>
                </a:lnTo>
                <a:lnTo>
                  <a:pt x="1" y="331"/>
                </a:lnTo>
                <a:lnTo>
                  <a:pt x="1" y="333"/>
                </a:lnTo>
                <a:lnTo>
                  <a:pt x="1" y="334"/>
                </a:lnTo>
                <a:lnTo>
                  <a:pt x="0" y="335"/>
                </a:lnTo>
                <a:lnTo>
                  <a:pt x="0" y="336"/>
                </a:lnTo>
                <a:lnTo>
                  <a:pt x="0" y="337"/>
                </a:lnTo>
                <a:lnTo>
                  <a:pt x="0" y="338"/>
                </a:lnTo>
                <a:lnTo>
                  <a:pt x="0" y="339"/>
                </a:lnTo>
                <a:lnTo>
                  <a:pt x="0" y="34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Freeform 36"/>
          <p:cNvSpPr/>
          <p:nvPr/>
        </p:nvSpPr>
        <p:spPr>
          <a:xfrm>
            <a:off x="6683742" y="6750389"/>
            <a:ext cx="323714" cy="3237140"/>
          </a:xfrm>
          <a:custGeom>
            <a:avLst/>
            <a:gdLst/>
            <a:ahLst/>
            <a:cxnLst/>
            <a:rect l="l" t="t" r="r" b="b"/>
            <a:pathLst>
              <a:path w="34" h="340">
                <a:moveTo>
                  <a:pt x="17" y="0"/>
                </a:moveTo>
                <a:lnTo>
                  <a:pt x="18" y="1"/>
                </a:lnTo>
                <a:lnTo>
                  <a:pt x="19" y="2"/>
                </a:lnTo>
                <a:lnTo>
                  <a:pt x="20" y="3"/>
                </a:lnTo>
                <a:lnTo>
                  <a:pt x="22" y="5"/>
                </a:lnTo>
                <a:lnTo>
                  <a:pt x="23" y="6"/>
                </a:lnTo>
                <a:lnTo>
                  <a:pt x="24" y="7"/>
                </a:lnTo>
                <a:lnTo>
                  <a:pt x="25" y="8"/>
                </a:lnTo>
                <a:lnTo>
                  <a:pt x="26" y="9"/>
                </a:lnTo>
                <a:lnTo>
                  <a:pt x="27" y="10"/>
                </a:lnTo>
                <a:lnTo>
                  <a:pt x="28" y="11"/>
                </a:lnTo>
                <a:lnTo>
                  <a:pt x="29" y="13"/>
                </a:lnTo>
                <a:lnTo>
                  <a:pt x="29" y="14"/>
                </a:lnTo>
                <a:lnTo>
                  <a:pt x="30" y="15"/>
                </a:lnTo>
                <a:lnTo>
                  <a:pt x="31" y="16"/>
                </a:lnTo>
                <a:lnTo>
                  <a:pt x="32" y="17"/>
                </a:lnTo>
                <a:lnTo>
                  <a:pt x="32" y="18"/>
                </a:lnTo>
                <a:lnTo>
                  <a:pt x="33" y="19"/>
                </a:lnTo>
                <a:lnTo>
                  <a:pt x="33" y="20"/>
                </a:lnTo>
                <a:lnTo>
                  <a:pt x="33" y="22"/>
                </a:lnTo>
                <a:lnTo>
                  <a:pt x="34" y="23"/>
                </a:lnTo>
                <a:lnTo>
                  <a:pt x="34" y="24"/>
                </a:lnTo>
                <a:lnTo>
                  <a:pt x="34" y="25"/>
                </a:lnTo>
                <a:lnTo>
                  <a:pt x="34" y="26"/>
                </a:lnTo>
                <a:lnTo>
                  <a:pt x="34" y="27"/>
                </a:lnTo>
                <a:lnTo>
                  <a:pt x="34" y="28"/>
                </a:lnTo>
                <a:lnTo>
                  <a:pt x="34" y="29"/>
                </a:lnTo>
                <a:lnTo>
                  <a:pt x="33" y="31"/>
                </a:lnTo>
                <a:lnTo>
                  <a:pt x="33" y="32"/>
                </a:lnTo>
                <a:lnTo>
                  <a:pt x="33" y="33"/>
                </a:lnTo>
                <a:lnTo>
                  <a:pt x="32" y="34"/>
                </a:lnTo>
                <a:lnTo>
                  <a:pt x="32" y="35"/>
                </a:lnTo>
                <a:lnTo>
                  <a:pt x="31" y="36"/>
                </a:lnTo>
                <a:lnTo>
                  <a:pt x="30" y="37"/>
                </a:lnTo>
                <a:lnTo>
                  <a:pt x="29" y="39"/>
                </a:lnTo>
                <a:lnTo>
                  <a:pt x="29" y="40"/>
                </a:lnTo>
                <a:lnTo>
                  <a:pt x="28" y="41"/>
                </a:lnTo>
                <a:lnTo>
                  <a:pt x="27" y="42"/>
                </a:lnTo>
                <a:lnTo>
                  <a:pt x="26" y="43"/>
                </a:lnTo>
                <a:lnTo>
                  <a:pt x="25" y="44"/>
                </a:lnTo>
                <a:lnTo>
                  <a:pt x="24" y="45"/>
                </a:lnTo>
                <a:lnTo>
                  <a:pt x="23" y="46"/>
                </a:lnTo>
                <a:lnTo>
                  <a:pt x="22" y="48"/>
                </a:lnTo>
                <a:lnTo>
                  <a:pt x="20" y="49"/>
                </a:lnTo>
                <a:lnTo>
                  <a:pt x="19" y="50"/>
                </a:lnTo>
                <a:lnTo>
                  <a:pt x="18" y="51"/>
                </a:lnTo>
                <a:lnTo>
                  <a:pt x="17" y="52"/>
                </a:lnTo>
                <a:lnTo>
                  <a:pt x="16" y="53"/>
                </a:lnTo>
                <a:lnTo>
                  <a:pt x="15" y="54"/>
                </a:lnTo>
                <a:lnTo>
                  <a:pt x="14" y="55"/>
                </a:lnTo>
                <a:lnTo>
                  <a:pt x="12" y="57"/>
                </a:lnTo>
                <a:lnTo>
                  <a:pt x="11" y="58"/>
                </a:lnTo>
                <a:lnTo>
                  <a:pt x="10" y="59"/>
                </a:lnTo>
                <a:lnTo>
                  <a:pt x="9" y="60"/>
                </a:lnTo>
                <a:lnTo>
                  <a:pt x="8" y="61"/>
                </a:lnTo>
                <a:lnTo>
                  <a:pt x="7" y="62"/>
                </a:lnTo>
                <a:lnTo>
                  <a:pt x="6" y="63"/>
                </a:lnTo>
                <a:lnTo>
                  <a:pt x="5" y="65"/>
                </a:lnTo>
                <a:lnTo>
                  <a:pt x="5" y="66"/>
                </a:lnTo>
                <a:lnTo>
                  <a:pt x="4" y="67"/>
                </a:lnTo>
                <a:lnTo>
                  <a:pt x="3" y="68"/>
                </a:lnTo>
                <a:lnTo>
                  <a:pt x="2" y="69"/>
                </a:lnTo>
                <a:lnTo>
                  <a:pt x="2" y="70"/>
                </a:lnTo>
                <a:lnTo>
                  <a:pt x="1" y="71"/>
                </a:lnTo>
                <a:lnTo>
                  <a:pt x="1" y="72"/>
                </a:lnTo>
                <a:lnTo>
                  <a:pt x="1" y="74"/>
                </a:lnTo>
                <a:lnTo>
                  <a:pt x="0" y="75"/>
                </a:lnTo>
                <a:lnTo>
                  <a:pt x="0" y="76"/>
                </a:lnTo>
                <a:lnTo>
                  <a:pt x="0" y="77"/>
                </a:lnTo>
                <a:lnTo>
                  <a:pt x="0" y="78"/>
                </a:lnTo>
                <a:lnTo>
                  <a:pt x="0" y="79"/>
                </a:lnTo>
                <a:lnTo>
                  <a:pt x="0" y="80"/>
                </a:lnTo>
                <a:lnTo>
                  <a:pt x="0" y="82"/>
                </a:lnTo>
                <a:lnTo>
                  <a:pt x="1" y="83"/>
                </a:lnTo>
                <a:lnTo>
                  <a:pt x="1" y="84"/>
                </a:lnTo>
                <a:lnTo>
                  <a:pt x="1" y="85"/>
                </a:lnTo>
                <a:lnTo>
                  <a:pt x="2" y="86"/>
                </a:lnTo>
                <a:lnTo>
                  <a:pt x="2" y="87"/>
                </a:lnTo>
                <a:lnTo>
                  <a:pt x="3" y="88"/>
                </a:lnTo>
                <a:lnTo>
                  <a:pt x="4" y="89"/>
                </a:lnTo>
                <a:lnTo>
                  <a:pt x="5" y="91"/>
                </a:lnTo>
                <a:lnTo>
                  <a:pt x="5" y="92"/>
                </a:lnTo>
                <a:lnTo>
                  <a:pt x="6" y="93"/>
                </a:lnTo>
                <a:lnTo>
                  <a:pt x="7" y="94"/>
                </a:lnTo>
                <a:lnTo>
                  <a:pt x="8" y="95"/>
                </a:lnTo>
                <a:lnTo>
                  <a:pt x="9" y="96"/>
                </a:lnTo>
                <a:lnTo>
                  <a:pt x="10" y="97"/>
                </a:lnTo>
                <a:lnTo>
                  <a:pt x="11" y="98"/>
                </a:lnTo>
                <a:lnTo>
                  <a:pt x="12" y="100"/>
                </a:lnTo>
                <a:lnTo>
                  <a:pt x="14" y="101"/>
                </a:lnTo>
                <a:lnTo>
                  <a:pt x="15" y="102"/>
                </a:lnTo>
                <a:lnTo>
                  <a:pt x="16" y="103"/>
                </a:lnTo>
                <a:lnTo>
                  <a:pt x="17" y="104"/>
                </a:lnTo>
                <a:lnTo>
                  <a:pt x="18" y="105"/>
                </a:lnTo>
                <a:lnTo>
                  <a:pt x="19" y="106"/>
                </a:lnTo>
                <a:lnTo>
                  <a:pt x="20" y="108"/>
                </a:lnTo>
                <a:lnTo>
                  <a:pt x="22" y="109"/>
                </a:lnTo>
                <a:lnTo>
                  <a:pt x="23" y="110"/>
                </a:lnTo>
                <a:lnTo>
                  <a:pt x="24" y="111"/>
                </a:lnTo>
                <a:lnTo>
                  <a:pt x="25" y="112"/>
                </a:lnTo>
                <a:lnTo>
                  <a:pt x="26" y="113"/>
                </a:lnTo>
                <a:lnTo>
                  <a:pt x="27" y="114"/>
                </a:lnTo>
                <a:lnTo>
                  <a:pt x="28" y="115"/>
                </a:lnTo>
                <a:lnTo>
                  <a:pt x="29" y="117"/>
                </a:lnTo>
                <a:lnTo>
                  <a:pt x="29" y="118"/>
                </a:lnTo>
                <a:lnTo>
                  <a:pt x="30" y="119"/>
                </a:lnTo>
                <a:lnTo>
                  <a:pt x="31" y="120"/>
                </a:lnTo>
                <a:lnTo>
                  <a:pt x="32" y="121"/>
                </a:lnTo>
                <a:lnTo>
                  <a:pt x="32" y="122"/>
                </a:lnTo>
                <a:lnTo>
                  <a:pt x="33" y="123"/>
                </a:lnTo>
                <a:lnTo>
                  <a:pt x="33" y="124"/>
                </a:lnTo>
                <a:lnTo>
                  <a:pt x="33" y="126"/>
                </a:lnTo>
                <a:lnTo>
                  <a:pt x="34" y="127"/>
                </a:lnTo>
                <a:lnTo>
                  <a:pt x="34" y="128"/>
                </a:lnTo>
                <a:lnTo>
                  <a:pt x="34" y="129"/>
                </a:lnTo>
                <a:lnTo>
                  <a:pt x="34" y="130"/>
                </a:lnTo>
                <a:lnTo>
                  <a:pt x="34" y="131"/>
                </a:lnTo>
                <a:lnTo>
                  <a:pt x="34" y="132"/>
                </a:lnTo>
                <a:lnTo>
                  <a:pt x="34" y="134"/>
                </a:lnTo>
                <a:lnTo>
                  <a:pt x="33" y="135"/>
                </a:lnTo>
                <a:lnTo>
                  <a:pt x="33" y="136"/>
                </a:lnTo>
                <a:lnTo>
                  <a:pt x="33" y="137"/>
                </a:lnTo>
                <a:lnTo>
                  <a:pt x="32" y="138"/>
                </a:lnTo>
                <a:lnTo>
                  <a:pt x="32" y="139"/>
                </a:lnTo>
                <a:lnTo>
                  <a:pt x="31" y="140"/>
                </a:lnTo>
                <a:lnTo>
                  <a:pt x="30" y="141"/>
                </a:lnTo>
                <a:lnTo>
                  <a:pt x="29" y="143"/>
                </a:lnTo>
                <a:lnTo>
                  <a:pt x="29" y="144"/>
                </a:lnTo>
                <a:lnTo>
                  <a:pt x="28" y="145"/>
                </a:lnTo>
                <a:lnTo>
                  <a:pt x="27" y="146"/>
                </a:lnTo>
                <a:lnTo>
                  <a:pt x="26" y="147"/>
                </a:lnTo>
                <a:lnTo>
                  <a:pt x="25" y="148"/>
                </a:lnTo>
                <a:lnTo>
                  <a:pt x="24" y="149"/>
                </a:lnTo>
                <a:lnTo>
                  <a:pt x="23" y="150"/>
                </a:lnTo>
                <a:lnTo>
                  <a:pt x="22" y="152"/>
                </a:lnTo>
                <a:lnTo>
                  <a:pt x="20" y="153"/>
                </a:lnTo>
                <a:lnTo>
                  <a:pt x="19" y="154"/>
                </a:lnTo>
                <a:lnTo>
                  <a:pt x="18" y="155"/>
                </a:lnTo>
                <a:lnTo>
                  <a:pt x="17" y="156"/>
                </a:lnTo>
                <a:lnTo>
                  <a:pt x="16" y="157"/>
                </a:lnTo>
                <a:lnTo>
                  <a:pt x="15" y="158"/>
                </a:lnTo>
                <a:lnTo>
                  <a:pt x="14" y="160"/>
                </a:lnTo>
                <a:lnTo>
                  <a:pt x="12" y="161"/>
                </a:lnTo>
                <a:lnTo>
                  <a:pt x="11" y="162"/>
                </a:lnTo>
                <a:lnTo>
                  <a:pt x="10" y="163"/>
                </a:lnTo>
                <a:lnTo>
                  <a:pt x="9" y="164"/>
                </a:lnTo>
                <a:lnTo>
                  <a:pt x="8" y="165"/>
                </a:lnTo>
                <a:lnTo>
                  <a:pt x="7" y="166"/>
                </a:lnTo>
                <a:lnTo>
                  <a:pt x="6" y="167"/>
                </a:lnTo>
                <a:lnTo>
                  <a:pt x="5" y="169"/>
                </a:lnTo>
                <a:lnTo>
                  <a:pt x="5" y="170"/>
                </a:lnTo>
                <a:lnTo>
                  <a:pt x="4" y="171"/>
                </a:lnTo>
                <a:lnTo>
                  <a:pt x="3" y="172"/>
                </a:lnTo>
                <a:lnTo>
                  <a:pt x="2" y="173"/>
                </a:lnTo>
                <a:lnTo>
                  <a:pt x="2" y="174"/>
                </a:lnTo>
                <a:lnTo>
                  <a:pt x="1" y="175"/>
                </a:lnTo>
                <a:lnTo>
                  <a:pt x="1" y="177"/>
                </a:lnTo>
                <a:lnTo>
                  <a:pt x="1" y="178"/>
                </a:lnTo>
                <a:lnTo>
                  <a:pt x="0" y="179"/>
                </a:lnTo>
                <a:lnTo>
                  <a:pt x="0" y="180"/>
                </a:lnTo>
                <a:lnTo>
                  <a:pt x="0" y="181"/>
                </a:lnTo>
                <a:lnTo>
                  <a:pt x="0" y="182"/>
                </a:lnTo>
                <a:lnTo>
                  <a:pt x="0" y="183"/>
                </a:lnTo>
                <a:lnTo>
                  <a:pt x="0" y="184"/>
                </a:lnTo>
                <a:lnTo>
                  <a:pt x="0" y="186"/>
                </a:lnTo>
                <a:lnTo>
                  <a:pt x="1" y="187"/>
                </a:lnTo>
                <a:lnTo>
                  <a:pt x="1" y="188"/>
                </a:lnTo>
                <a:lnTo>
                  <a:pt x="1" y="189"/>
                </a:lnTo>
                <a:lnTo>
                  <a:pt x="2" y="190"/>
                </a:lnTo>
                <a:lnTo>
                  <a:pt x="2" y="191"/>
                </a:lnTo>
                <a:lnTo>
                  <a:pt x="3" y="192"/>
                </a:lnTo>
                <a:lnTo>
                  <a:pt x="4" y="193"/>
                </a:lnTo>
                <a:lnTo>
                  <a:pt x="5" y="195"/>
                </a:lnTo>
                <a:lnTo>
                  <a:pt x="5" y="196"/>
                </a:lnTo>
                <a:lnTo>
                  <a:pt x="6" y="197"/>
                </a:lnTo>
                <a:lnTo>
                  <a:pt x="7" y="198"/>
                </a:lnTo>
                <a:lnTo>
                  <a:pt x="8" y="199"/>
                </a:lnTo>
                <a:lnTo>
                  <a:pt x="9" y="200"/>
                </a:lnTo>
                <a:lnTo>
                  <a:pt x="10" y="201"/>
                </a:lnTo>
                <a:lnTo>
                  <a:pt x="11" y="203"/>
                </a:lnTo>
                <a:lnTo>
                  <a:pt x="12" y="204"/>
                </a:lnTo>
                <a:lnTo>
                  <a:pt x="14" y="205"/>
                </a:lnTo>
                <a:lnTo>
                  <a:pt x="15" y="206"/>
                </a:lnTo>
                <a:lnTo>
                  <a:pt x="16" y="207"/>
                </a:lnTo>
                <a:lnTo>
                  <a:pt x="17" y="208"/>
                </a:lnTo>
                <a:lnTo>
                  <a:pt x="18" y="209"/>
                </a:lnTo>
                <a:lnTo>
                  <a:pt x="19" y="210"/>
                </a:lnTo>
                <a:lnTo>
                  <a:pt x="20" y="212"/>
                </a:lnTo>
                <a:lnTo>
                  <a:pt x="22" y="213"/>
                </a:lnTo>
                <a:lnTo>
                  <a:pt x="23" y="214"/>
                </a:lnTo>
                <a:lnTo>
                  <a:pt x="24" y="215"/>
                </a:lnTo>
                <a:lnTo>
                  <a:pt x="25" y="216"/>
                </a:lnTo>
                <a:lnTo>
                  <a:pt x="26" y="217"/>
                </a:lnTo>
                <a:lnTo>
                  <a:pt x="27" y="218"/>
                </a:lnTo>
                <a:lnTo>
                  <a:pt x="28" y="219"/>
                </a:lnTo>
                <a:lnTo>
                  <a:pt x="29" y="221"/>
                </a:lnTo>
                <a:lnTo>
                  <a:pt x="29" y="222"/>
                </a:lnTo>
                <a:lnTo>
                  <a:pt x="30" y="223"/>
                </a:lnTo>
                <a:lnTo>
                  <a:pt x="31" y="224"/>
                </a:lnTo>
                <a:lnTo>
                  <a:pt x="32" y="225"/>
                </a:lnTo>
                <a:lnTo>
                  <a:pt x="32" y="226"/>
                </a:lnTo>
                <a:lnTo>
                  <a:pt x="33" y="227"/>
                </a:lnTo>
                <a:lnTo>
                  <a:pt x="33" y="229"/>
                </a:lnTo>
                <a:lnTo>
                  <a:pt x="33" y="230"/>
                </a:lnTo>
                <a:lnTo>
                  <a:pt x="34" y="231"/>
                </a:lnTo>
                <a:lnTo>
                  <a:pt x="34" y="232"/>
                </a:lnTo>
                <a:lnTo>
                  <a:pt x="34" y="233"/>
                </a:lnTo>
                <a:lnTo>
                  <a:pt x="34" y="234"/>
                </a:lnTo>
                <a:lnTo>
                  <a:pt x="34" y="235"/>
                </a:lnTo>
                <a:lnTo>
                  <a:pt x="34" y="236"/>
                </a:lnTo>
                <a:lnTo>
                  <a:pt x="34" y="238"/>
                </a:lnTo>
                <a:lnTo>
                  <a:pt x="33" y="239"/>
                </a:lnTo>
                <a:lnTo>
                  <a:pt x="33" y="240"/>
                </a:lnTo>
                <a:lnTo>
                  <a:pt x="33" y="241"/>
                </a:lnTo>
                <a:lnTo>
                  <a:pt x="32" y="242"/>
                </a:lnTo>
                <a:lnTo>
                  <a:pt x="32" y="243"/>
                </a:lnTo>
                <a:lnTo>
                  <a:pt x="31" y="244"/>
                </a:lnTo>
                <a:lnTo>
                  <a:pt x="30" y="245"/>
                </a:lnTo>
                <a:lnTo>
                  <a:pt x="29" y="247"/>
                </a:lnTo>
                <a:lnTo>
                  <a:pt x="29" y="248"/>
                </a:lnTo>
                <a:lnTo>
                  <a:pt x="28" y="249"/>
                </a:lnTo>
                <a:lnTo>
                  <a:pt x="27" y="250"/>
                </a:lnTo>
                <a:lnTo>
                  <a:pt x="26" y="251"/>
                </a:lnTo>
                <a:lnTo>
                  <a:pt x="25" y="252"/>
                </a:lnTo>
                <a:lnTo>
                  <a:pt x="24" y="253"/>
                </a:lnTo>
                <a:lnTo>
                  <a:pt x="23" y="255"/>
                </a:lnTo>
                <a:lnTo>
                  <a:pt x="22" y="256"/>
                </a:lnTo>
                <a:lnTo>
                  <a:pt x="20" y="257"/>
                </a:lnTo>
                <a:lnTo>
                  <a:pt x="19" y="258"/>
                </a:lnTo>
                <a:lnTo>
                  <a:pt x="18" y="259"/>
                </a:lnTo>
                <a:lnTo>
                  <a:pt x="17" y="260"/>
                </a:lnTo>
                <a:lnTo>
                  <a:pt x="16" y="261"/>
                </a:lnTo>
                <a:lnTo>
                  <a:pt x="15" y="262"/>
                </a:lnTo>
                <a:lnTo>
                  <a:pt x="14" y="264"/>
                </a:lnTo>
                <a:lnTo>
                  <a:pt x="12" y="265"/>
                </a:lnTo>
                <a:lnTo>
                  <a:pt x="11" y="266"/>
                </a:lnTo>
                <a:lnTo>
                  <a:pt x="10" y="267"/>
                </a:lnTo>
                <a:lnTo>
                  <a:pt x="9" y="268"/>
                </a:lnTo>
                <a:lnTo>
                  <a:pt x="8" y="269"/>
                </a:lnTo>
                <a:lnTo>
                  <a:pt x="7" y="270"/>
                </a:lnTo>
                <a:lnTo>
                  <a:pt x="6" y="272"/>
                </a:lnTo>
                <a:lnTo>
                  <a:pt x="5" y="273"/>
                </a:lnTo>
                <a:lnTo>
                  <a:pt x="5" y="274"/>
                </a:lnTo>
                <a:lnTo>
                  <a:pt x="4" y="275"/>
                </a:lnTo>
                <a:lnTo>
                  <a:pt x="3" y="276"/>
                </a:lnTo>
                <a:lnTo>
                  <a:pt x="2" y="277"/>
                </a:lnTo>
                <a:lnTo>
                  <a:pt x="2" y="278"/>
                </a:lnTo>
                <a:lnTo>
                  <a:pt x="1" y="279"/>
                </a:lnTo>
                <a:lnTo>
                  <a:pt x="1" y="281"/>
                </a:lnTo>
                <a:lnTo>
                  <a:pt x="1" y="282"/>
                </a:lnTo>
                <a:lnTo>
                  <a:pt x="0" y="283"/>
                </a:lnTo>
                <a:lnTo>
                  <a:pt x="0" y="284"/>
                </a:lnTo>
                <a:lnTo>
                  <a:pt x="0" y="285"/>
                </a:lnTo>
                <a:lnTo>
                  <a:pt x="0" y="286"/>
                </a:lnTo>
                <a:lnTo>
                  <a:pt x="0" y="287"/>
                </a:lnTo>
                <a:lnTo>
                  <a:pt x="0" y="288"/>
                </a:lnTo>
                <a:lnTo>
                  <a:pt x="0" y="290"/>
                </a:lnTo>
                <a:lnTo>
                  <a:pt x="1" y="291"/>
                </a:lnTo>
                <a:lnTo>
                  <a:pt x="1" y="292"/>
                </a:lnTo>
                <a:lnTo>
                  <a:pt x="1" y="293"/>
                </a:lnTo>
                <a:lnTo>
                  <a:pt x="2" y="294"/>
                </a:lnTo>
                <a:lnTo>
                  <a:pt x="2" y="295"/>
                </a:lnTo>
                <a:lnTo>
                  <a:pt x="3" y="296"/>
                </a:lnTo>
                <a:lnTo>
                  <a:pt x="4" y="298"/>
                </a:lnTo>
                <a:lnTo>
                  <a:pt x="5" y="299"/>
                </a:lnTo>
                <a:lnTo>
                  <a:pt x="5" y="300"/>
                </a:lnTo>
                <a:lnTo>
                  <a:pt x="6" y="301"/>
                </a:lnTo>
                <a:lnTo>
                  <a:pt x="7" y="302"/>
                </a:lnTo>
                <a:lnTo>
                  <a:pt x="8" y="303"/>
                </a:lnTo>
                <a:lnTo>
                  <a:pt x="9" y="304"/>
                </a:lnTo>
                <a:lnTo>
                  <a:pt x="10" y="305"/>
                </a:lnTo>
                <a:lnTo>
                  <a:pt x="11" y="307"/>
                </a:lnTo>
                <a:lnTo>
                  <a:pt x="12" y="308"/>
                </a:lnTo>
                <a:lnTo>
                  <a:pt x="14" y="309"/>
                </a:lnTo>
                <a:lnTo>
                  <a:pt x="15" y="310"/>
                </a:lnTo>
                <a:lnTo>
                  <a:pt x="16" y="311"/>
                </a:lnTo>
                <a:lnTo>
                  <a:pt x="17" y="312"/>
                </a:lnTo>
                <a:lnTo>
                  <a:pt x="18" y="313"/>
                </a:lnTo>
                <a:lnTo>
                  <a:pt x="19" y="314"/>
                </a:lnTo>
                <a:lnTo>
                  <a:pt x="20" y="316"/>
                </a:lnTo>
                <a:lnTo>
                  <a:pt x="22" y="317"/>
                </a:lnTo>
                <a:lnTo>
                  <a:pt x="23" y="318"/>
                </a:lnTo>
                <a:lnTo>
                  <a:pt x="24" y="319"/>
                </a:lnTo>
                <a:lnTo>
                  <a:pt x="25" y="320"/>
                </a:lnTo>
                <a:lnTo>
                  <a:pt x="26" y="321"/>
                </a:lnTo>
                <a:lnTo>
                  <a:pt x="27" y="322"/>
                </a:lnTo>
                <a:lnTo>
                  <a:pt x="28" y="324"/>
                </a:lnTo>
                <a:lnTo>
                  <a:pt x="29" y="325"/>
                </a:lnTo>
                <a:lnTo>
                  <a:pt x="29" y="326"/>
                </a:lnTo>
                <a:lnTo>
                  <a:pt x="30" y="327"/>
                </a:lnTo>
                <a:lnTo>
                  <a:pt x="31" y="328"/>
                </a:lnTo>
                <a:lnTo>
                  <a:pt x="32" y="329"/>
                </a:lnTo>
                <a:lnTo>
                  <a:pt x="32" y="330"/>
                </a:lnTo>
                <a:lnTo>
                  <a:pt x="33" y="331"/>
                </a:lnTo>
                <a:lnTo>
                  <a:pt x="33" y="333"/>
                </a:lnTo>
                <a:lnTo>
                  <a:pt x="33" y="334"/>
                </a:lnTo>
                <a:lnTo>
                  <a:pt x="34" y="335"/>
                </a:lnTo>
                <a:lnTo>
                  <a:pt x="34" y="336"/>
                </a:lnTo>
                <a:lnTo>
                  <a:pt x="34" y="337"/>
                </a:lnTo>
                <a:lnTo>
                  <a:pt x="34" y="338"/>
                </a:lnTo>
                <a:lnTo>
                  <a:pt x="34" y="339"/>
                </a:lnTo>
                <a:lnTo>
                  <a:pt x="34" y="34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Freeform 37"/>
          <p:cNvSpPr/>
          <p:nvPr/>
        </p:nvSpPr>
        <p:spPr>
          <a:xfrm>
            <a:off x="6683742" y="6750389"/>
            <a:ext cx="323714" cy="3237140"/>
          </a:xfrm>
          <a:custGeom>
            <a:avLst/>
            <a:gdLst/>
            <a:ahLst/>
            <a:cxnLst/>
            <a:rect l="l" t="t" r="r" b="b"/>
            <a:pathLst>
              <a:path w="34" h="340">
                <a:moveTo>
                  <a:pt x="17" y="0"/>
                </a:moveTo>
                <a:lnTo>
                  <a:pt x="16" y="1"/>
                </a:lnTo>
                <a:lnTo>
                  <a:pt x="15" y="2"/>
                </a:lnTo>
                <a:lnTo>
                  <a:pt x="14" y="3"/>
                </a:lnTo>
                <a:lnTo>
                  <a:pt x="12" y="5"/>
                </a:lnTo>
                <a:lnTo>
                  <a:pt x="11" y="6"/>
                </a:lnTo>
                <a:lnTo>
                  <a:pt x="10" y="7"/>
                </a:lnTo>
                <a:lnTo>
                  <a:pt x="9" y="8"/>
                </a:lnTo>
                <a:lnTo>
                  <a:pt x="8" y="9"/>
                </a:lnTo>
                <a:lnTo>
                  <a:pt x="7" y="10"/>
                </a:lnTo>
                <a:lnTo>
                  <a:pt x="6" y="11"/>
                </a:lnTo>
                <a:lnTo>
                  <a:pt x="5" y="13"/>
                </a:lnTo>
                <a:lnTo>
                  <a:pt x="5" y="14"/>
                </a:lnTo>
                <a:lnTo>
                  <a:pt x="4" y="15"/>
                </a:lnTo>
                <a:lnTo>
                  <a:pt x="3" y="16"/>
                </a:lnTo>
                <a:lnTo>
                  <a:pt x="2" y="17"/>
                </a:lnTo>
                <a:lnTo>
                  <a:pt x="2" y="18"/>
                </a:lnTo>
                <a:lnTo>
                  <a:pt x="1" y="19"/>
                </a:lnTo>
                <a:lnTo>
                  <a:pt x="1" y="20"/>
                </a:lnTo>
                <a:lnTo>
                  <a:pt x="1" y="22"/>
                </a:lnTo>
                <a:lnTo>
                  <a:pt x="0" y="23"/>
                </a:lnTo>
                <a:lnTo>
                  <a:pt x="0" y="24"/>
                </a:lnTo>
                <a:lnTo>
                  <a:pt x="0" y="25"/>
                </a:lnTo>
                <a:lnTo>
                  <a:pt x="0" y="26"/>
                </a:lnTo>
                <a:lnTo>
                  <a:pt x="0" y="27"/>
                </a:lnTo>
                <a:lnTo>
                  <a:pt x="0" y="28"/>
                </a:lnTo>
                <a:lnTo>
                  <a:pt x="0" y="29"/>
                </a:lnTo>
                <a:lnTo>
                  <a:pt x="1" y="31"/>
                </a:lnTo>
                <a:lnTo>
                  <a:pt x="1" y="32"/>
                </a:lnTo>
                <a:lnTo>
                  <a:pt x="1" y="33"/>
                </a:lnTo>
                <a:lnTo>
                  <a:pt x="2" y="34"/>
                </a:lnTo>
                <a:lnTo>
                  <a:pt x="2" y="35"/>
                </a:lnTo>
                <a:lnTo>
                  <a:pt x="3" y="36"/>
                </a:lnTo>
                <a:lnTo>
                  <a:pt x="4" y="37"/>
                </a:lnTo>
                <a:lnTo>
                  <a:pt x="5" y="39"/>
                </a:lnTo>
                <a:lnTo>
                  <a:pt x="5" y="40"/>
                </a:lnTo>
                <a:lnTo>
                  <a:pt x="6" y="41"/>
                </a:lnTo>
                <a:lnTo>
                  <a:pt x="7" y="42"/>
                </a:lnTo>
                <a:lnTo>
                  <a:pt x="8" y="43"/>
                </a:lnTo>
                <a:lnTo>
                  <a:pt x="9" y="44"/>
                </a:lnTo>
                <a:lnTo>
                  <a:pt x="10" y="45"/>
                </a:lnTo>
                <a:lnTo>
                  <a:pt x="11" y="46"/>
                </a:lnTo>
                <a:lnTo>
                  <a:pt x="12" y="48"/>
                </a:lnTo>
                <a:lnTo>
                  <a:pt x="14" y="49"/>
                </a:lnTo>
                <a:lnTo>
                  <a:pt x="15" y="50"/>
                </a:lnTo>
                <a:lnTo>
                  <a:pt x="16" y="51"/>
                </a:lnTo>
                <a:lnTo>
                  <a:pt x="17" y="52"/>
                </a:lnTo>
                <a:lnTo>
                  <a:pt x="18" y="53"/>
                </a:lnTo>
                <a:lnTo>
                  <a:pt x="19" y="54"/>
                </a:lnTo>
                <a:lnTo>
                  <a:pt x="20" y="55"/>
                </a:lnTo>
                <a:lnTo>
                  <a:pt x="22" y="57"/>
                </a:lnTo>
                <a:lnTo>
                  <a:pt x="23" y="58"/>
                </a:lnTo>
                <a:lnTo>
                  <a:pt x="24" y="59"/>
                </a:lnTo>
                <a:lnTo>
                  <a:pt x="25" y="60"/>
                </a:lnTo>
                <a:lnTo>
                  <a:pt x="26" y="61"/>
                </a:lnTo>
                <a:lnTo>
                  <a:pt x="27" y="62"/>
                </a:lnTo>
                <a:lnTo>
                  <a:pt x="28" y="63"/>
                </a:lnTo>
                <a:lnTo>
                  <a:pt x="29" y="65"/>
                </a:lnTo>
                <a:lnTo>
                  <a:pt x="29" y="66"/>
                </a:lnTo>
                <a:lnTo>
                  <a:pt x="30" y="67"/>
                </a:lnTo>
                <a:lnTo>
                  <a:pt x="31" y="68"/>
                </a:lnTo>
                <a:lnTo>
                  <a:pt x="32" y="69"/>
                </a:lnTo>
                <a:lnTo>
                  <a:pt x="32" y="70"/>
                </a:lnTo>
                <a:lnTo>
                  <a:pt x="33" y="71"/>
                </a:lnTo>
                <a:lnTo>
                  <a:pt x="33" y="72"/>
                </a:lnTo>
                <a:lnTo>
                  <a:pt x="33" y="74"/>
                </a:lnTo>
                <a:lnTo>
                  <a:pt x="34" y="75"/>
                </a:lnTo>
                <a:lnTo>
                  <a:pt x="34" y="76"/>
                </a:lnTo>
                <a:lnTo>
                  <a:pt x="34" y="77"/>
                </a:lnTo>
                <a:lnTo>
                  <a:pt x="34" y="78"/>
                </a:lnTo>
                <a:lnTo>
                  <a:pt x="34" y="79"/>
                </a:lnTo>
                <a:lnTo>
                  <a:pt x="34" y="80"/>
                </a:lnTo>
                <a:lnTo>
                  <a:pt x="34" y="82"/>
                </a:lnTo>
                <a:lnTo>
                  <a:pt x="33" y="83"/>
                </a:lnTo>
                <a:lnTo>
                  <a:pt x="33" y="84"/>
                </a:lnTo>
                <a:lnTo>
                  <a:pt x="33" y="85"/>
                </a:lnTo>
                <a:lnTo>
                  <a:pt x="32" y="86"/>
                </a:lnTo>
                <a:lnTo>
                  <a:pt x="32" y="87"/>
                </a:lnTo>
                <a:lnTo>
                  <a:pt x="31" y="88"/>
                </a:lnTo>
                <a:lnTo>
                  <a:pt x="30" y="89"/>
                </a:lnTo>
                <a:lnTo>
                  <a:pt x="29" y="91"/>
                </a:lnTo>
                <a:lnTo>
                  <a:pt x="29" y="92"/>
                </a:lnTo>
                <a:lnTo>
                  <a:pt x="28" y="93"/>
                </a:lnTo>
                <a:lnTo>
                  <a:pt x="27" y="94"/>
                </a:lnTo>
                <a:lnTo>
                  <a:pt x="26" y="95"/>
                </a:lnTo>
                <a:lnTo>
                  <a:pt x="25" y="96"/>
                </a:lnTo>
                <a:lnTo>
                  <a:pt x="24" y="97"/>
                </a:lnTo>
                <a:lnTo>
                  <a:pt x="23" y="98"/>
                </a:lnTo>
                <a:lnTo>
                  <a:pt x="22" y="100"/>
                </a:lnTo>
                <a:lnTo>
                  <a:pt x="20" y="101"/>
                </a:lnTo>
                <a:lnTo>
                  <a:pt x="19" y="102"/>
                </a:lnTo>
                <a:lnTo>
                  <a:pt x="18" y="103"/>
                </a:lnTo>
                <a:lnTo>
                  <a:pt x="17" y="104"/>
                </a:lnTo>
                <a:lnTo>
                  <a:pt x="16" y="105"/>
                </a:lnTo>
                <a:lnTo>
                  <a:pt x="15" y="106"/>
                </a:lnTo>
                <a:lnTo>
                  <a:pt x="14" y="108"/>
                </a:lnTo>
                <a:lnTo>
                  <a:pt x="12" y="109"/>
                </a:lnTo>
                <a:lnTo>
                  <a:pt x="11" y="110"/>
                </a:lnTo>
                <a:lnTo>
                  <a:pt x="10" y="111"/>
                </a:lnTo>
                <a:lnTo>
                  <a:pt x="9" y="112"/>
                </a:lnTo>
                <a:lnTo>
                  <a:pt x="8" y="113"/>
                </a:lnTo>
                <a:lnTo>
                  <a:pt x="7" y="114"/>
                </a:lnTo>
                <a:lnTo>
                  <a:pt x="6" y="115"/>
                </a:lnTo>
                <a:lnTo>
                  <a:pt x="5" y="117"/>
                </a:lnTo>
                <a:lnTo>
                  <a:pt x="5" y="118"/>
                </a:lnTo>
                <a:lnTo>
                  <a:pt x="4" y="119"/>
                </a:lnTo>
                <a:lnTo>
                  <a:pt x="3" y="120"/>
                </a:lnTo>
                <a:lnTo>
                  <a:pt x="2" y="121"/>
                </a:lnTo>
                <a:lnTo>
                  <a:pt x="2" y="122"/>
                </a:lnTo>
                <a:lnTo>
                  <a:pt x="1" y="123"/>
                </a:lnTo>
                <a:lnTo>
                  <a:pt x="1" y="124"/>
                </a:lnTo>
                <a:lnTo>
                  <a:pt x="1" y="126"/>
                </a:lnTo>
                <a:lnTo>
                  <a:pt x="0" y="127"/>
                </a:lnTo>
                <a:lnTo>
                  <a:pt x="0" y="128"/>
                </a:lnTo>
                <a:lnTo>
                  <a:pt x="0" y="129"/>
                </a:lnTo>
                <a:lnTo>
                  <a:pt x="0" y="130"/>
                </a:lnTo>
                <a:lnTo>
                  <a:pt x="0" y="131"/>
                </a:lnTo>
                <a:lnTo>
                  <a:pt x="0" y="132"/>
                </a:lnTo>
                <a:lnTo>
                  <a:pt x="0" y="134"/>
                </a:lnTo>
                <a:lnTo>
                  <a:pt x="1" y="135"/>
                </a:lnTo>
                <a:lnTo>
                  <a:pt x="1" y="136"/>
                </a:lnTo>
                <a:lnTo>
                  <a:pt x="1" y="137"/>
                </a:lnTo>
                <a:lnTo>
                  <a:pt x="2" y="138"/>
                </a:lnTo>
                <a:lnTo>
                  <a:pt x="2" y="139"/>
                </a:lnTo>
                <a:lnTo>
                  <a:pt x="3" y="140"/>
                </a:lnTo>
                <a:lnTo>
                  <a:pt x="4" y="141"/>
                </a:lnTo>
                <a:lnTo>
                  <a:pt x="5" y="143"/>
                </a:lnTo>
                <a:lnTo>
                  <a:pt x="5" y="144"/>
                </a:lnTo>
                <a:lnTo>
                  <a:pt x="6" y="145"/>
                </a:lnTo>
                <a:lnTo>
                  <a:pt x="7" y="146"/>
                </a:lnTo>
                <a:lnTo>
                  <a:pt x="8" y="147"/>
                </a:lnTo>
                <a:lnTo>
                  <a:pt x="9" y="148"/>
                </a:lnTo>
                <a:lnTo>
                  <a:pt x="10" y="149"/>
                </a:lnTo>
                <a:lnTo>
                  <a:pt x="11" y="150"/>
                </a:lnTo>
                <a:lnTo>
                  <a:pt x="12" y="152"/>
                </a:lnTo>
                <a:lnTo>
                  <a:pt x="14" y="153"/>
                </a:lnTo>
                <a:lnTo>
                  <a:pt x="15" y="154"/>
                </a:lnTo>
                <a:lnTo>
                  <a:pt x="16" y="155"/>
                </a:lnTo>
                <a:lnTo>
                  <a:pt x="17" y="156"/>
                </a:lnTo>
                <a:lnTo>
                  <a:pt x="18" y="157"/>
                </a:lnTo>
                <a:lnTo>
                  <a:pt x="19" y="158"/>
                </a:lnTo>
                <a:lnTo>
                  <a:pt x="20" y="160"/>
                </a:lnTo>
                <a:lnTo>
                  <a:pt x="22" y="161"/>
                </a:lnTo>
                <a:lnTo>
                  <a:pt x="23" y="162"/>
                </a:lnTo>
                <a:lnTo>
                  <a:pt x="24" y="163"/>
                </a:lnTo>
                <a:lnTo>
                  <a:pt x="25" y="164"/>
                </a:lnTo>
                <a:lnTo>
                  <a:pt x="26" y="165"/>
                </a:lnTo>
                <a:lnTo>
                  <a:pt x="27" y="166"/>
                </a:lnTo>
                <a:lnTo>
                  <a:pt x="28" y="167"/>
                </a:lnTo>
                <a:lnTo>
                  <a:pt x="29" y="169"/>
                </a:lnTo>
                <a:lnTo>
                  <a:pt x="29" y="170"/>
                </a:lnTo>
                <a:lnTo>
                  <a:pt x="30" y="171"/>
                </a:lnTo>
                <a:lnTo>
                  <a:pt x="31" y="172"/>
                </a:lnTo>
                <a:lnTo>
                  <a:pt x="32" y="173"/>
                </a:lnTo>
                <a:lnTo>
                  <a:pt x="32" y="174"/>
                </a:lnTo>
                <a:lnTo>
                  <a:pt x="33" y="175"/>
                </a:lnTo>
                <a:lnTo>
                  <a:pt x="33" y="177"/>
                </a:lnTo>
                <a:lnTo>
                  <a:pt x="33" y="178"/>
                </a:lnTo>
                <a:lnTo>
                  <a:pt x="34" y="179"/>
                </a:lnTo>
                <a:lnTo>
                  <a:pt x="34" y="180"/>
                </a:lnTo>
                <a:lnTo>
                  <a:pt x="34" y="181"/>
                </a:lnTo>
                <a:lnTo>
                  <a:pt x="34" y="182"/>
                </a:lnTo>
                <a:lnTo>
                  <a:pt x="34" y="183"/>
                </a:lnTo>
                <a:lnTo>
                  <a:pt x="34" y="184"/>
                </a:lnTo>
                <a:lnTo>
                  <a:pt x="34" y="186"/>
                </a:lnTo>
                <a:lnTo>
                  <a:pt x="33" y="187"/>
                </a:lnTo>
                <a:lnTo>
                  <a:pt x="33" y="188"/>
                </a:lnTo>
                <a:lnTo>
                  <a:pt x="33" y="189"/>
                </a:lnTo>
                <a:lnTo>
                  <a:pt x="32" y="190"/>
                </a:lnTo>
                <a:lnTo>
                  <a:pt x="32" y="191"/>
                </a:lnTo>
                <a:lnTo>
                  <a:pt x="31" y="192"/>
                </a:lnTo>
                <a:lnTo>
                  <a:pt x="30" y="193"/>
                </a:lnTo>
                <a:lnTo>
                  <a:pt x="29" y="195"/>
                </a:lnTo>
                <a:lnTo>
                  <a:pt x="29" y="196"/>
                </a:lnTo>
                <a:lnTo>
                  <a:pt x="28" y="197"/>
                </a:lnTo>
                <a:lnTo>
                  <a:pt x="27" y="198"/>
                </a:lnTo>
                <a:lnTo>
                  <a:pt x="26" y="199"/>
                </a:lnTo>
                <a:lnTo>
                  <a:pt x="25" y="200"/>
                </a:lnTo>
                <a:lnTo>
                  <a:pt x="24" y="201"/>
                </a:lnTo>
                <a:lnTo>
                  <a:pt x="23" y="203"/>
                </a:lnTo>
                <a:lnTo>
                  <a:pt x="22" y="204"/>
                </a:lnTo>
                <a:lnTo>
                  <a:pt x="20" y="205"/>
                </a:lnTo>
                <a:lnTo>
                  <a:pt x="19" y="206"/>
                </a:lnTo>
                <a:lnTo>
                  <a:pt x="18" y="207"/>
                </a:lnTo>
                <a:lnTo>
                  <a:pt x="17" y="208"/>
                </a:lnTo>
                <a:lnTo>
                  <a:pt x="16" y="209"/>
                </a:lnTo>
                <a:lnTo>
                  <a:pt x="15" y="210"/>
                </a:lnTo>
                <a:lnTo>
                  <a:pt x="14" y="212"/>
                </a:lnTo>
                <a:lnTo>
                  <a:pt x="12" y="213"/>
                </a:lnTo>
                <a:lnTo>
                  <a:pt x="11" y="214"/>
                </a:lnTo>
                <a:lnTo>
                  <a:pt x="10" y="215"/>
                </a:lnTo>
                <a:lnTo>
                  <a:pt x="9" y="216"/>
                </a:lnTo>
                <a:lnTo>
                  <a:pt x="8" y="217"/>
                </a:lnTo>
                <a:lnTo>
                  <a:pt x="7" y="218"/>
                </a:lnTo>
                <a:lnTo>
                  <a:pt x="6" y="219"/>
                </a:lnTo>
                <a:lnTo>
                  <a:pt x="5" y="221"/>
                </a:lnTo>
                <a:lnTo>
                  <a:pt x="5" y="222"/>
                </a:lnTo>
                <a:lnTo>
                  <a:pt x="4" y="223"/>
                </a:lnTo>
                <a:lnTo>
                  <a:pt x="3" y="224"/>
                </a:lnTo>
                <a:lnTo>
                  <a:pt x="2" y="225"/>
                </a:lnTo>
                <a:lnTo>
                  <a:pt x="2" y="226"/>
                </a:lnTo>
                <a:lnTo>
                  <a:pt x="1" y="227"/>
                </a:lnTo>
                <a:lnTo>
                  <a:pt x="1" y="229"/>
                </a:lnTo>
                <a:lnTo>
                  <a:pt x="1" y="230"/>
                </a:lnTo>
                <a:lnTo>
                  <a:pt x="0" y="231"/>
                </a:lnTo>
                <a:lnTo>
                  <a:pt x="0" y="232"/>
                </a:lnTo>
                <a:lnTo>
                  <a:pt x="0" y="233"/>
                </a:lnTo>
                <a:lnTo>
                  <a:pt x="0" y="234"/>
                </a:lnTo>
                <a:lnTo>
                  <a:pt x="0" y="235"/>
                </a:lnTo>
                <a:lnTo>
                  <a:pt x="0" y="236"/>
                </a:lnTo>
                <a:lnTo>
                  <a:pt x="0" y="238"/>
                </a:lnTo>
                <a:lnTo>
                  <a:pt x="1" y="239"/>
                </a:lnTo>
                <a:lnTo>
                  <a:pt x="1" y="240"/>
                </a:lnTo>
                <a:lnTo>
                  <a:pt x="1" y="241"/>
                </a:lnTo>
                <a:lnTo>
                  <a:pt x="2" y="242"/>
                </a:lnTo>
                <a:lnTo>
                  <a:pt x="2" y="243"/>
                </a:lnTo>
                <a:lnTo>
                  <a:pt x="3" y="244"/>
                </a:lnTo>
                <a:lnTo>
                  <a:pt x="4" y="245"/>
                </a:lnTo>
                <a:lnTo>
                  <a:pt x="5" y="247"/>
                </a:lnTo>
                <a:lnTo>
                  <a:pt x="5" y="248"/>
                </a:lnTo>
                <a:lnTo>
                  <a:pt x="6" y="249"/>
                </a:lnTo>
                <a:lnTo>
                  <a:pt x="7" y="250"/>
                </a:lnTo>
                <a:lnTo>
                  <a:pt x="8" y="251"/>
                </a:lnTo>
                <a:lnTo>
                  <a:pt x="9" y="252"/>
                </a:lnTo>
                <a:lnTo>
                  <a:pt x="10" y="253"/>
                </a:lnTo>
                <a:lnTo>
                  <a:pt x="11" y="255"/>
                </a:lnTo>
                <a:lnTo>
                  <a:pt x="12" y="256"/>
                </a:lnTo>
                <a:lnTo>
                  <a:pt x="14" y="257"/>
                </a:lnTo>
                <a:lnTo>
                  <a:pt x="15" y="258"/>
                </a:lnTo>
                <a:lnTo>
                  <a:pt x="16" y="259"/>
                </a:lnTo>
                <a:lnTo>
                  <a:pt x="17" y="260"/>
                </a:lnTo>
                <a:lnTo>
                  <a:pt x="18" y="261"/>
                </a:lnTo>
                <a:lnTo>
                  <a:pt x="19" y="262"/>
                </a:lnTo>
                <a:lnTo>
                  <a:pt x="20" y="264"/>
                </a:lnTo>
                <a:lnTo>
                  <a:pt x="22" y="265"/>
                </a:lnTo>
                <a:lnTo>
                  <a:pt x="23" y="266"/>
                </a:lnTo>
                <a:lnTo>
                  <a:pt x="24" y="267"/>
                </a:lnTo>
                <a:lnTo>
                  <a:pt x="25" y="268"/>
                </a:lnTo>
                <a:lnTo>
                  <a:pt x="26" y="269"/>
                </a:lnTo>
                <a:lnTo>
                  <a:pt x="27" y="270"/>
                </a:lnTo>
                <a:lnTo>
                  <a:pt x="28" y="272"/>
                </a:lnTo>
                <a:lnTo>
                  <a:pt x="29" y="273"/>
                </a:lnTo>
                <a:lnTo>
                  <a:pt x="29" y="274"/>
                </a:lnTo>
                <a:lnTo>
                  <a:pt x="30" y="275"/>
                </a:lnTo>
                <a:lnTo>
                  <a:pt x="31" y="276"/>
                </a:lnTo>
                <a:lnTo>
                  <a:pt x="32" y="277"/>
                </a:lnTo>
                <a:lnTo>
                  <a:pt x="32" y="278"/>
                </a:lnTo>
                <a:lnTo>
                  <a:pt x="33" y="279"/>
                </a:lnTo>
                <a:lnTo>
                  <a:pt x="33" y="281"/>
                </a:lnTo>
                <a:lnTo>
                  <a:pt x="33" y="282"/>
                </a:lnTo>
                <a:lnTo>
                  <a:pt x="34" y="283"/>
                </a:lnTo>
                <a:lnTo>
                  <a:pt x="34" y="284"/>
                </a:lnTo>
                <a:lnTo>
                  <a:pt x="34" y="285"/>
                </a:lnTo>
                <a:lnTo>
                  <a:pt x="34" y="286"/>
                </a:lnTo>
                <a:lnTo>
                  <a:pt x="34" y="287"/>
                </a:lnTo>
                <a:lnTo>
                  <a:pt x="34" y="288"/>
                </a:lnTo>
                <a:lnTo>
                  <a:pt x="34" y="290"/>
                </a:lnTo>
                <a:lnTo>
                  <a:pt x="33" y="291"/>
                </a:lnTo>
                <a:lnTo>
                  <a:pt x="33" y="292"/>
                </a:lnTo>
                <a:lnTo>
                  <a:pt x="33" y="293"/>
                </a:lnTo>
                <a:lnTo>
                  <a:pt x="32" y="294"/>
                </a:lnTo>
                <a:lnTo>
                  <a:pt x="32" y="295"/>
                </a:lnTo>
                <a:lnTo>
                  <a:pt x="31" y="296"/>
                </a:lnTo>
                <a:lnTo>
                  <a:pt x="30" y="298"/>
                </a:lnTo>
                <a:lnTo>
                  <a:pt x="29" y="299"/>
                </a:lnTo>
                <a:lnTo>
                  <a:pt x="29" y="300"/>
                </a:lnTo>
                <a:lnTo>
                  <a:pt x="28" y="301"/>
                </a:lnTo>
                <a:lnTo>
                  <a:pt x="27" y="302"/>
                </a:lnTo>
                <a:lnTo>
                  <a:pt x="26" y="303"/>
                </a:lnTo>
                <a:lnTo>
                  <a:pt x="25" y="304"/>
                </a:lnTo>
                <a:lnTo>
                  <a:pt x="24" y="305"/>
                </a:lnTo>
                <a:lnTo>
                  <a:pt x="23" y="307"/>
                </a:lnTo>
                <a:lnTo>
                  <a:pt x="22" y="308"/>
                </a:lnTo>
                <a:lnTo>
                  <a:pt x="20" y="309"/>
                </a:lnTo>
                <a:lnTo>
                  <a:pt x="19" y="310"/>
                </a:lnTo>
                <a:lnTo>
                  <a:pt x="18" y="311"/>
                </a:lnTo>
                <a:lnTo>
                  <a:pt x="17" y="312"/>
                </a:lnTo>
                <a:lnTo>
                  <a:pt x="16" y="313"/>
                </a:lnTo>
                <a:lnTo>
                  <a:pt x="15" y="314"/>
                </a:lnTo>
                <a:lnTo>
                  <a:pt x="14" y="316"/>
                </a:lnTo>
                <a:lnTo>
                  <a:pt x="12" y="317"/>
                </a:lnTo>
                <a:lnTo>
                  <a:pt x="11" y="318"/>
                </a:lnTo>
                <a:lnTo>
                  <a:pt x="10" y="319"/>
                </a:lnTo>
                <a:lnTo>
                  <a:pt x="9" y="320"/>
                </a:lnTo>
                <a:lnTo>
                  <a:pt x="8" y="321"/>
                </a:lnTo>
                <a:lnTo>
                  <a:pt x="7" y="322"/>
                </a:lnTo>
                <a:lnTo>
                  <a:pt x="6" y="324"/>
                </a:lnTo>
                <a:lnTo>
                  <a:pt x="5" y="325"/>
                </a:lnTo>
                <a:lnTo>
                  <a:pt x="5" y="326"/>
                </a:lnTo>
                <a:lnTo>
                  <a:pt x="4" y="327"/>
                </a:lnTo>
                <a:lnTo>
                  <a:pt x="3" y="328"/>
                </a:lnTo>
                <a:lnTo>
                  <a:pt x="2" y="329"/>
                </a:lnTo>
                <a:lnTo>
                  <a:pt x="2" y="330"/>
                </a:lnTo>
                <a:lnTo>
                  <a:pt x="1" y="331"/>
                </a:lnTo>
                <a:lnTo>
                  <a:pt x="1" y="333"/>
                </a:lnTo>
                <a:lnTo>
                  <a:pt x="1" y="334"/>
                </a:lnTo>
                <a:lnTo>
                  <a:pt x="0" y="335"/>
                </a:lnTo>
                <a:lnTo>
                  <a:pt x="0" y="336"/>
                </a:lnTo>
                <a:lnTo>
                  <a:pt x="0" y="337"/>
                </a:lnTo>
                <a:lnTo>
                  <a:pt x="0" y="338"/>
                </a:lnTo>
                <a:lnTo>
                  <a:pt x="0" y="339"/>
                </a:lnTo>
                <a:lnTo>
                  <a:pt x="0" y="34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Freeform 38"/>
          <p:cNvSpPr/>
          <p:nvPr/>
        </p:nvSpPr>
        <p:spPr>
          <a:xfrm>
            <a:off x="2170788" y="1037789"/>
            <a:ext cx="285630" cy="780722"/>
          </a:xfrm>
          <a:custGeom>
            <a:avLst/>
            <a:gdLst/>
            <a:ahLst/>
            <a:cxnLst/>
            <a:rect l="l" t="t" r="r" b="b"/>
            <a:pathLst>
              <a:path w="30" h="82">
                <a:moveTo>
                  <a:pt x="4" y="8"/>
                </a:moveTo>
                <a:lnTo>
                  <a:pt x="7" y="6"/>
                </a:lnTo>
                <a:lnTo>
                  <a:pt x="9" y="4"/>
                </a:lnTo>
                <a:lnTo>
                  <a:pt x="11" y="3"/>
                </a:lnTo>
                <a:lnTo>
                  <a:pt x="13" y="1"/>
                </a:lnTo>
                <a:lnTo>
                  <a:pt x="15" y="1"/>
                </a:lnTo>
                <a:lnTo>
                  <a:pt x="17" y="0"/>
                </a:lnTo>
                <a:lnTo>
                  <a:pt x="19" y="0"/>
                </a:lnTo>
                <a:lnTo>
                  <a:pt x="21" y="0"/>
                </a:lnTo>
                <a:lnTo>
                  <a:pt x="22" y="0"/>
                </a:lnTo>
                <a:lnTo>
                  <a:pt x="24" y="1"/>
                </a:lnTo>
                <a:lnTo>
                  <a:pt x="25" y="2"/>
                </a:lnTo>
                <a:lnTo>
                  <a:pt x="26" y="3"/>
                </a:lnTo>
                <a:lnTo>
                  <a:pt x="27" y="4"/>
                </a:lnTo>
                <a:lnTo>
                  <a:pt x="28" y="5"/>
                </a:lnTo>
                <a:lnTo>
                  <a:pt x="28" y="7"/>
                </a:lnTo>
                <a:lnTo>
                  <a:pt x="29" y="9"/>
                </a:lnTo>
                <a:lnTo>
                  <a:pt x="29" y="11"/>
                </a:lnTo>
                <a:lnTo>
                  <a:pt x="30" y="13"/>
                </a:lnTo>
                <a:lnTo>
                  <a:pt x="30" y="15"/>
                </a:lnTo>
                <a:lnTo>
                  <a:pt x="30" y="18"/>
                </a:lnTo>
                <a:lnTo>
                  <a:pt x="30" y="21"/>
                </a:lnTo>
                <a:lnTo>
                  <a:pt x="29" y="23"/>
                </a:lnTo>
                <a:lnTo>
                  <a:pt x="29" y="26"/>
                </a:lnTo>
                <a:lnTo>
                  <a:pt x="28" y="29"/>
                </a:lnTo>
                <a:lnTo>
                  <a:pt x="28" y="32"/>
                </a:lnTo>
                <a:lnTo>
                  <a:pt x="27" y="36"/>
                </a:lnTo>
                <a:lnTo>
                  <a:pt x="26" y="39"/>
                </a:lnTo>
                <a:lnTo>
                  <a:pt x="25" y="42"/>
                </a:lnTo>
                <a:lnTo>
                  <a:pt x="23" y="45"/>
                </a:lnTo>
                <a:lnTo>
                  <a:pt x="22" y="49"/>
                </a:lnTo>
                <a:lnTo>
                  <a:pt x="20" y="52"/>
                </a:lnTo>
                <a:lnTo>
                  <a:pt x="19" y="56"/>
                </a:lnTo>
                <a:lnTo>
                  <a:pt x="17" y="59"/>
                </a:lnTo>
                <a:lnTo>
                  <a:pt x="15" y="62"/>
                </a:lnTo>
                <a:lnTo>
                  <a:pt x="13" y="66"/>
                </a:lnTo>
                <a:lnTo>
                  <a:pt x="11" y="69"/>
                </a:lnTo>
                <a:lnTo>
                  <a:pt x="8" y="72"/>
                </a:lnTo>
                <a:lnTo>
                  <a:pt x="6" y="76"/>
                </a:lnTo>
                <a:lnTo>
                  <a:pt x="3" y="79"/>
                </a:lnTo>
                <a:lnTo>
                  <a:pt x="0" y="82"/>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1961326" y="1818511"/>
            <a:ext cx="209462" cy="590302"/>
          </a:xfrm>
          <a:custGeom>
            <a:avLst/>
            <a:gdLst/>
            <a:ahLst/>
            <a:cxnLst/>
            <a:rect l="l" t="t" r="r" b="b"/>
            <a:pathLst>
              <a:path w="22" h="62">
                <a:moveTo>
                  <a:pt x="22" y="0"/>
                </a:moveTo>
                <a:lnTo>
                  <a:pt x="20" y="2"/>
                </a:lnTo>
                <a:lnTo>
                  <a:pt x="18" y="4"/>
                </a:lnTo>
                <a:lnTo>
                  <a:pt x="16" y="7"/>
                </a:lnTo>
                <a:lnTo>
                  <a:pt x="14" y="9"/>
                </a:lnTo>
                <a:lnTo>
                  <a:pt x="12" y="11"/>
                </a:lnTo>
                <a:lnTo>
                  <a:pt x="11" y="13"/>
                </a:lnTo>
                <a:lnTo>
                  <a:pt x="9" y="15"/>
                </a:lnTo>
                <a:lnTo>
                  <a:pt x="8" y="17"/>
                </a:lnTo>
                <a:lnTo>
                  <a:pt x="6" y="20"/>
                </a:lnTo>
                <a:lnTo>
                  <a:pt x="5" y="22"/>
                </a:lnTo>
                <a:lnTo>
                  <a:pt x="4" y="24"/>
                </a:lnTo>
                <a:lnTo>
                  <a:pt x="3" y="26"/>
                </a:lnTo>
                <a:lnTo>
                  <a:pt x="2" y="28"/>
                </a:lnTo>
                <a:lnTo>
                  <a:pt x="2" y="30"/>
                </a:lnTo>
                <a:lnTo>
                  <a:pt x="1" y="32"/>
                </a:lnTo>
                <a:lnTo>
                  <a:pt x="1" y="34"/>
                </a:lnTo>
                <a:lnTo>
                  <a:pt x="0" y="36"/>
                </a:lnTo>
                <a:lnTo>
                  <a:pt x="0" y="38"/>
                </a:lnTo>
                <a:lnTo>
                  <a:pt x="0" y="39"/>
                </a:lnTo>
                <a:lnTo>
                  <a:pt x="0" y="41"/>
                </a:lnTo>
                <a:lnTo>
                  <a:pt x="0" y="43"/>
                </a:lnTo>
                <a:lnTo>
                  <a:pt x="0" y="45"/>
                </a:lnTo>
                <a:lnTo>
                  <a:pt x="0" y="46"/>
                </a:lnTo>
                <a:lnTo>
                  <a:pt x="1" y="48"/>
                </a:lnTo>
                <a:lnTo>
                  <a:pt x="1" y="49"/>
                </a:lnTo>
                <a:lnTo>
                  <a:pt x="2" y="51"/>
                </a:lnTo>
                <a:lnTo>
                  <a:pt x="3" y="52"/>
                </a:lnTo>
                <a:lnTo>
                  <a:pt x="4" y="53"/>
                </a:lnTo>
                <a:lnTo>
                  <a:pt x="4" y="54"/>
                </a:lnTo>
                <a:lnTo>
                  <a:pt x="6" y="56"/>
                </a:lnTo>
                <a:lnTo>
                  <a:pt x="7" y="57"/>
                </a:lnTo>
                <a:lnTo>
                  <a:pt x="8" y="58"/>
                </a:lnTo>
                <a:lnTo>
                  <a:pt x="9" y="58"/>
                </a:lnTo>
                <a:lnTo>
                  <a:pt x="11" y="59"/>
                </a:lnTo>
                <a:lnTo>
                  <a:pt x="12" y="60"/>
                </a:lnTo>
                <a:lnTo>
                  <a:pt x="14" y="61"/>
                </a:lnTo>
                <a:lnTo>
                  <a:pt x="16" y="61"/>
                </a:lnTo>
                <a:lnTo>
                  <a:pt x="18" y="61"/>
                </a:lnTo>
                <a:lnTo>
                  <a:pt x="20" y="62"/>
                </a:lnTo>
                <a:lnTo>
                  <a:pt x="22" y="62"/>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2170788" y="2066057"/>
            <a:ext cx="218983" cy="342756"/>
          </a:xfrm>
          <a:custGeom>
            <a:avLst/>
            <a:gdLst/>
            <a:ahLst/>
            <a:cxnLst/>
            <a:rect l="l" t="t" r="r" b="b"/>
            <a:pathLst>
              <a:path w="23" h="36">
                <a:moveTo>
                  <a:pt x="0" y="36"/>
                </a:moveTo>
                <a:lnTo>
                  <a:pt x="2" y="36"/>
                </a:lnTo>
                <a:lnTo>
                  <a:pt x="5" y="36"/>
                </a:lnTo>
                <a:lnTo>
                  <a:pt x="7" y="35"/>
                </a:lnTo>
                <a:lnTo>
                  <a:pt x="9" y="35"/>
                </a:lnTo>
                <a:lnTo>
                  <a:pt x="10" y="34"/>
                </a:lnTo>
                <a:lnTo>
                  <a:pt x="12" y="33"/>
                </a:lnTo>
                <a:lnTo>
                  <a:pt x="14" y="33"/>
                </a:lnTo>
                <a:lnTo>
                  <a:pt x="15" y="32"/>
                </a:lnTo>
                <a:lnTo>
                  <a:pt x="16" y="31"/>
                </a:lnTo>
                <a:lnTo>
                  <a:pt x="17" y="30"/>
                </a:lnTo>
                <a:lnTo>
                  <a:pt x="18" y="29"/>
                </a:lnTo>
                <a:lnTo>
                  <a:pt x="19" y="28"/>
                </a:lnTo>
                <a:lnTo>
                  <a:pt x="20" y="27"/>
                </a:lnTo>
                <a:lnTo>
                  <a:pt x="21" y="25"/>
                </a:lnTo>
                <a:lnTo>
                  <a:pt x="21" y="24"/>
                </a:lnTo>
                <a:lnTo>
                  <a:pt x="22" y="23"/>
                </a:lnTo>
                <a:lnTo>
                  <a:pt x="22" y="22"/>
                </a:lnTo>
                <a:lnTo>
                  <a:pt x="22" y="20"/>
                </a:lnTo>
                <a:lnTo>
                  <a:pt x="23" y="19"/>
                </a:lnTo>
                <a:lnTo>
                  <a:pt x="23" y="18"/>
                </a:lnTo>
                <a:lnTo>
                  <a:pt x="23" y="16"/>
                </a:lnTo>
                <a:lnTo>
                  <a:pt x="22" y="15"/>
                </a:lnTo>
                <a:lnTo>
                  <a:pt x="22" y="14"/>
                </a:lnTo>
                <a:lnTo>
                  <a:pt x="22" y="12"/>
                </a:lnTo>
                <a:lnTo>
                  <a:pt x="21" y="11"/>
                </a:lnTo>
                <a:lnTo>
                  <a:pt x="21" y="10"/>
                </a:lnTo>
                <a:lnTo>
                  <a:pt x="20" y="9"/>
                </a:lnTo>
                <a:lnTo>
                  <a:pt x="19" y="8"/>
                </a:lnTo>
                <a:lnTo>
                  <a:pt x="18" y="7"/>
                </a:lnTo>
                <a:lnTo>
                  <a:pt x="18" y="5"/>
                </a:lnTo>
                <a:lnTo>
                  <a:pt x="17" y="5"/>
                </a:lnTo>
                <a:lnTo>
                  <a:pt x="15" y="4"/>
                </a:lnTo>
                <a:lnTo>
                  <a:pt x="14" y="3"/>
                </a:lnTo>
                <a:lnTo>
                  <a:pt x="13" y="2"/>
                </a:lnTo>
                <a:lnTo>
                  <a:pt x="12" y="2"/>
                </a:lnTo>
                <a:lnTo>
                  <a:pt x="10" y="1"/>
                </a:lnTo>
                <a:lnTo>
                  <a:pt x="9" y="1"/>
                </a:lnTo>
                <a:lnTo>
                  <a:pt x="7" y="0"/>
                </a:lnTo>
                <a:lnTo>
                  <a:pt x="6" y="0"/>
                </a:lnTo>
                <a:lnTo>
                  <a:pt x="4" y="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Freeform 41"/>
          <p:cNvSpPr/>
          <p:nvPr/>
        </p:nvSpPr>
        <p:spPr>
          <a:xfrm>
            <a:off x="2075578" y="2066057"/>
            <a:ext cx="133294" cy="199941"/>
          </a:xfrm>
          <a:custGeom>
            <a:avLst/>
            <a:gdLst/>
            <a:ahLst/>
            <a:cxnLst/>
            <a:rect l="l" t="t" r="r" b="b"/>
            <a:pathLst>
              <a:path w="14" h="21">
                <a:moveTo>
                  <a:pt x="14" y="0"/>
                </a:moveTo>
                <a:lnTo>
                  <a:pt x="13" y="0"/>
                </a:lnTo>
                <a:lnTo>
                  <a:pt x="12" y="0"/>
                </a:lnTo>
                <a:lnTo>
                  <a:pt x="11" y="0"/>
                </a:lnTo>
                <a:lnTo>
                  <a:pt x="10" y="0"/>
                </a:lnTo>
                <a:lnTo>
                  <a:pt x="9" y="1"/>
                </a:lnTo>
                <a:lnTo>
                  <a:pt x="8" y="1"/>
                </a:lnTo>
                <a:lnTo>
                  <a:pt x="8" y="1"/>
                </a:lnTo>
                <a:lnTo>
                  <a:pt x="7" y="2"/>
                </a:lnTo>
                <a:lnTo>
                  <a:pt x="6" y="2"/>
                </a:lnTo>
                <a:lnTo>
                  <a:pt x="6" y="2"/>
                </a:lnTo>
                <a:lnTo>
                  <a:pt x="5" y="3"/>
                </a:lnTo>
                <a:lnTo>
                  <a:pt x="4" y="3"/>
                </a:lnTo>
                <a:lnTo>
                  <a:pt x="4" y="4"/>
                </a:lnTo>
                <a:lnTo>
                  <a:pt x="3" y="4"/>
                </a:lnTo>
                <a:lnTo>
                  <a:pt x="3" y="5"/>
                </a:lnTo>
                <a:lnTo>
                  <a:pt x="2" y="5"/>
                </a:lnTo>
                <a:lnTo>
                  <a:pt x="2" y="6"/>
                </a:lnTo>
                <a:lnTo>
                  <a:pt x="2" y="7"/>
                </a:lnTo>
                <a:lnTo>
                  <a:pt x="1" y="7"/>
                </a:lnTo>
                <a:lnTo>
                  <a:pt x="1" y="8"/>
                </a:lnTo>
                <a:lnTo>
                  <a:pt x="1" y="9"/>
                </a:lnTo>
                <a:lnTo>
                  <a:pt x="1" y="9"/>
                </a:lnTo>
                <a:lnTo>
                  <a:pt x="1" y="10"/>
                </a:lnTo>
                <a:lnTo>
                  <a:pt x="0" y="11"/>
                </a:lnTo>
                <a:lnTo>
                  <a:pt x="0" y="11"/>
                </a:lnTo>
                <a:lnTo>
                  <a:pt x="0" y="12"/>
                </a:lnTo>
                <a:lnTo>
                  <a:pt x="0" y="13"/>
                </a:lnTo>
                <a:lnTo>
                  <a:pt x="0" y="13"/>
                </a:lnTo>
                <a:lnTo>
                  <a:pt x="1" y="14"/>
                </a:lnTo>
                <a:lnTo>
                  <a:pt x="1" y="15"/>
                </a:lnTo>
                <a:lnTo>
                  <a:pt x="1" y="15"/>
                </a:lnTo>
                <a:lnTo>
                  <a:pt x="1" y="16"/>
                </a:lnTo>
                <a:lnTo>
                  <a:pt x="1" y="17"/>
                </a:lnTo>
                <a:lnTo>
                  <a:pt x="2" y="17"/>
                </a:lnTo>
                <a:lnTo>
                  <a:pt x="2" y="18"/>
                </a:lnTo>
                <a:lnTo>
                  <a:pt x="2" y="19"/>
                </a:lnTo>
                <a:lnTo>
                  <a:pt x="3" y="19"/>
                </a:lnTo>
                <a:lnTo>
                  <a:pt x="3" y="20"/>
                </a:lnTo>
                <a:lnTo>
                  <a:pt x="3" y="20"/>
                </a:lnTo>
                <a:lnTo>
                  <a:pt x="4" y="21"/>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Freeform 42"/>
          <p:cNvSpPr/>
          <p:nvPr/>
        </p:nvSpPr>
        <p:spPr>
          <a:xfrm>
            <a:off x="2123183" y="980663"/>
            <a:ext cx="142815" cy="1056831"/>
          </a:xfrm>
          <a:custGeom>
            <a:avLst/>
            <a:gdLst/>
            <a:ahLst/>
            <a:cxnLst/>
            <a:rect l="l" t="t" r="r" b="b"/>
            <a:pathLst>
              <a:path w="15" h="111">
                <a:moveTo>
                  <a:pt x="15" y="0"/>
                </a:moveTo>
                <a:lnTo>
                  <a:pt x="14" y="3"/>
                </a:lnTo>
                <a:lnTo>
                  <a:pt x="12" y="5"/>
                </a:lnTo>
                <a:lnTo>
                  <a:pt x="11" y="8"/>
                </a:lnTo>
                <a:lnTo>
                  <a:pt x="10" y="10"/>
                </a:lnTo>
                <a:lnTo>
                  <a:pt x="9" y="13"/>
                </a:lnTo>
                <a:lnTo>
                  <a:pt x="7" y="16"/>
                </a:lnTo>
                <a:lnTo>
                  <a:pt x="6" y="18"/>
                </a:lnTo>
                <a:lnTo>
                  <a:pt x="6" y="21"/>
                </a:lnTo>
                <a:lnTo>
                  <a:pt x="5" y="24"/>
                </a:lnTo>
                <a:lnTo>
                  <a:pt x="4" y="27"/>
                </a:lnTo>
                <a:lnTo>
                  <a:pt x="3" y="29"/>
                </a:lnTo>
                <a:lnTo>
                  <a:pt x="3" y="32"/>
                </a:lnTo>
                <a:lnTo>
                  <a:pt x="2" y="35"/>
                </a:lnTo>
                <a:lnTo>
                  <a:pt x="2" y="38"/>
                </a:lnTo>
                <a:lnTo>
                  <a:pt x="1" y="41"/>
                </a:lnTo>
                <a:lnTo>
                  <a:pt x="1" y="43"/>
                </a:lnTo>
                <a:lnTo>
                  <a:pt x="1" y="46"/>
                </a:lnTo>
                <a:lnTo>
                  <a:pt x="1" y="49"/>
                </a:lnTo>
                <a:lnTo>
                  <a:pt x="0" y="52"/>
                </a:lnTo>
                <a:lnTo>
                  <a:pt x="0" y="55"/>
                </a:lnTo>
                <a:lnTo>
                  <a:pt x="0" y="58"/>
                </a:lnTo>
                <a:lnTo>
                  <a:pt x="0" y="60"/>
                </a:lnTo>
                <a:lnTo>
                  <a:pt x="1" y="63"/>
                </a:lnTo>
                <a:lnTo>
                  <a:pt x="1" y="66"/>
                </a:lnTo>
                <a:lnTo>
                  <a:pt x="1" y="69"/>
                </a:lnTo>
                <a:lnTo>
                  <a:pt x="1" y="72"/>
                </a:lnTo>
                <a:lnTo>
                  <a:pt x="2" y="75"/>
                </a:lnTo>
                <a:lnTo>
                  <a:pt x="2" y="78"/>
                </a:lnTo>
                <a:lnTo>
                  <a:pt x="3" y="80"/>
                </a:lnTo>
                <a:lnTo>
                  <a:pt x="3" y="83"/>
                </a:lnTo>
                <a:lnTo>
                  <a:pt x="4" y="86"/>
                </a:lnTo>
                <a:lnTo>
                  <a:pt x="5" y="89"/>
                </a:lnTo>
                <a:lnTo>
                  <a:pt x="5" y="92"/>
                </a:lnTo>
                <a:lnTo>
                  <a:pt x="6" y="95"/>
                </a:lnTo>
                <a:lnTo>
                  <a:pt x="7" y="97"/>
                </a:lnTo>
                <a:lnTo>
                  <a:pt x="8" y="100"/>
                </a:lnTo>
                <a:lnTo>
                  <a:pt x="9" y="103"/>
                </a:lnTo>
                <a:lnTo>
                  <a:pt x="10" y="106"/>
                </a:lnTo>
                <a:lnTo>
                  <a:pt x="11" y="108"/>
                </a:lnTo>
                <a:lnTo>
                  <a:pt x="12" y="111"/>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Freeform 43"/>
          <p:cNvSpPr/>
          <p:nvPr/>
        </p:nvSpPr>
        <p:spPr>
          <a:xfrm>
            <a:off x="2161267" y="2037494"/>
            <a:ext cx="171378" cy="542697"/>
          </a:xfrm>
          <a:custGeom>
            <a:avLst/>
            <a:gdLst/>
            <a:ahLst/>
            <a:cxnLst/>
            <a:rect l="l" t="t" r="r" b="b"/>
            <a:pathLst>
              <a:path w="18" h="57">
                <a:moveTo>
                  <a:pt x="8" y="0"/>
                </a:moveTo>
                <a:lnTo>
                  <a:pt x="9" y="3"/>
                </a:lnTo>
                <a:lnTo>
                  <a:pt x="10" y="6"/>
                </a:lnTo>
                <a:lnTo>
                  <a:pt x="11" y="9"/>
                </a:lnTo>
                <a:lnTo>
                  <a:pt x="12" y="12"/>
                </a:lnTo>
                <a:lnTo>
                  <a:pt x="13" y="14"/>
                </a:lnTo>
                <a:lnTo>
                  <a:pt x="14" y="17"/>
                </a:lnTo>
                <a:lnTo>
                  <a:pt x="15" y="19"/>
                </a:lnTo>
                <a:lnTo>
                  <a:pt x="15" y="22"/>
                </a:lnTo>
                <a:lnTo>
                  <a:pt x="16" y="24"/>
                </a:lnTo>
                <a:lnTo>
                  <a:pt x="16" y="26"/>
                </a:lnTo>
                <a:lnTo>
                  <a:pt x="17" y="29"/>
                </a:lnTo>
                <a:lnTo>
                  <a:pt x="17" y="31"/>
                </a:lnTo>
                <a:lnTo>
                  <a:pt x="18" y="33"/>
                </a:lnTo>
                <a:lnTo>
                  <a:pt x="18" y="34"/>
                </a:lnTo>
                <a:lnTo>
                  <a:pt x="18" y="36"/>
                </a:lnTo>
                <a:lnTo>
                  <a:pt x="18" y="38"/>
                </a:lnTo>
                <a:lnTo>
                  <a:pt x="18" y="40"/>
                </a:lnTo>
                <a:lnTo>
                  <a:pt x="18" y="41"/>
                </a:lnTo>
                <a:lnTo>
                  <a:pt x="18" y="43"/>
                </a:lnTo>
                <a:lnTo>
                  <a:pt x="18" y="44"/>
                </a:lnTo>
                <a:lnTo>
                  <a:pt x="18" y="46"/>
                </a:lnTo>
                <a:lnTo>
                  <a:pt x="17" y="47"/>
                </a:lnTo>
                <a:lnTo>
                  <a:pt x="17" y="48"/>
                </a:lnTo>
                <a:lnTo>
                  <a:pt x="16" y="49"/>
                </a:lnTo>
                <a:lnTo>
                  <a:pt x="16" y="50"/>
                </a:lnTo>
                <a:lnTo>
                  <a:pt x="15" y="51"/>
                </a:lnTo>
                <a:lnTo>
                  <a:pt x="15" y="52"/>
                </a:lnTo>
                <a:lnTo>
                  <a:pt x="14" y="53"/>
                </a:lnTo>
                <a:lnTo>
                  <a:pt x="13" y="54"/>
                </a:lnTo>
                <a:lnTo>
                  <a:pt x="12" y="54"/>
                </a:lnTo>
                <a:lnTo>
                  <a:pt x="11" y="55"/>
                </a:lnTo>
                <a:lnTo>
                  <a:pt x="10" y="55"/>
                </a:lnTo>
                <a:lnTo>
                  <a:pt x="9" y="56"/>
                </a:lnTo>
                <a:lnTo>
                  <a:pt x="8" y="56"/>
                </a:lnTo>
                <a:lnTo>
                  <a:pt x="7" y="57"/>
                </a:lnTo>
                <a:lnTo>
                  <a:pt x="6" y="57"/>
                </a:lnTo>
                <a:lnTo>
                  <a:pt x="4" y="57"/>
                </a:lnTo>
                <a:lnTo>
                  <a:pt x="3" y="57"/>
                </a:lnTo>
                <a:lnTo>
                  <a:pt x="2" y="57"/>
                </a:lnTo>
                <a:lnTo>
                  <a:pt x="0" y="57"/>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Freeform 44"/>
          <p:cNvSpPr/>
          <p:nvPr/>
        </p:nvSpPr>
        <p:spPr>
          <a:xfrm>
            <a:off x="5312718" y="1437671"/>
            <a:ext cx="133294" cy="76168"/>
          </a:xfrm>
          <a:custGeom>
            <a:avLst/>
            <a:gdLst/>
            <a:ahLst/>
            <a:cxnLst/>
            <a:rect l="l" t="t" r="r" b="b"/>
            <a:pathLst>
              <a:path w="14" h="8">
                <a:moveTo>
                  <a:pt x="14" y="4"/>
                </a:moveTo>
                <a:lnTo>
                  <a:pt x="14" y="4"/>
                </a:lnTo>
                <a:lnTo>
                  <a:pt x="14" y="5"/>
                </a:lnTo>
                <a:lnTo>
                  <a:pt x="14" y="5"/>
                </a:lnTo>
                <a:lnTo>
                  <a:pt x="13" y="6"/>
                </a:lnTo>
                <a:lnTo>
                  <a:pt x="13" y="6"/>
                </a:lnTo>
                <a:lnTo>
                  <a:pt x="13" y="6"/>
                </a:lnTo>
                <a:lnTo>
                  <a:pt x="12" y="7"/>
                </a:lnTo>
                <a:lnTo>
                  <a:pt x="12" y="7"/>
                </a:lnTo>
                <a:lnTo>
                  <a:pt x="11" y="7"/>
                </a:lnTo>
                <a:lnTo>
                  <a:pt x="10" y="7"/>
                </a:lnTo>
                <a:lnTo>
                  <a:pt x="10" y="8"/>
                </a:lnTo>
                <a:lnTo>
                  <a:pt x="9" y="8"/>
                </a:lnTo>
                <a:lnTo>
                  <a:pt x="8" y="8"/>
                </a:lnTo>
                <a:lnTo>
                  <a:pt x="8" y="8"/>
                </a:lnTo>
                <a:lnTo>
                  <a:pt x="7" y="8"/>
                </a:lnTo>
                <a:lnTo>
                  <a:pt x="6" y="8"/>
                </a:lnTo>
                <a:lnTo>
                  <a:pt x="6" y="8"/>
                </a:lnTo>
                <a:lnTo>
                  <a:pt x="5" y="8"/>
                </a:lnTo>
                <a:lnTo>
                  <a:pt x="4" y="8"/>
                </a:lnTo>
                <a:lnTo>
                  <a:pt x="4" y="7"/>
                </a:lnTo>
                <a:lnTo>
                  <a:pt x="3" y="7"/>
                </a:lnTo>
                <a:lnTo>
                  <a:pt x="2" y="7"/>
                </a:lnTo>
                <a:lnTo>
                  <a:pt x="2" y="7"/>
                </a:lnTo>
                <a:lnTo>
                  <a:pt x="1" y="6"/>
                </a:lnTo>
                <a:lnTo>
                  <a:pt x="1" y="6"/>
                </a:lnTo>
                <a:lnTo>
                  <a:pt x="1" y="6"/>
                </a:lnTo>
                <a:lnTo>
                  <a:pt x="0" y="5"/>
                </a:lnTo>
                <a:lnTo>
                  <a:pt x="0" y="5"/>
                </a:lnTo>
                <a:lnTo>
                  <a:pt x="0" y="4"/>
                </a:lnTo>
                <a:lnTo>
                  <a:pt x="0" y="4"/>
                </a:lnTo>
                <a:lnTo>
                  <a:pt x="0" y="4"/>
                </a:lnTo>
                <a:lnTo>
                  <a:pt x="0" y="3"/>
                </a:lnTo>
                <a:lnTo>
                  <a:pt x="0" y="3"/>
                </a:lnTo>
                <a:lnTo>
                  <a:pt x="1" y="2"/>
                </a:lnTo>
                <a:lnTo>
                  <a:pt x="1" y="2"/>
                </a:lnTo>
                <a:lnTo>
                  <a:pt x="1" y="2"/>
                </a:lnTo>
                <a:lnTo>
                  <a:pt x="2" y="1"/>
                </a:lnTo>
                <a:lnTo>
                  <a:pt x="2" y="1"/>
                </a:lnTo>
                <a:lnTo>
                  <a:pt x="3" y="1"/>
                </a:lnTo>
                <a:lnTo>
                  <a:pt x="4" y="1"/>
                </a:lnTo>
                <a:lnTo>
                  <a:pt x="4" y="0"/>
                </a:lnTo>
                <a:lnTo>
                  <a:pt x="5" y="0"/>
                </a:lnTo>
                <a:lnTo>
                  <a:pt x="6" y="0"/>
                </a:lnTo>
                <a:lnTo>
                  <a:pt x="6" y="0"/>
                </a:lnTo>
                <a:lnTo>
                  <a:pt x="7" y="0"/>
                </a:lnTo>
                <a:lnTo>
                  <a:pt x="8" y="0"/>
                </a:lnTo>
                <a:lnTo>
                  <a:pt x="8" y="0"/>
                </a:lnTo>
                <a:lnTo>
                  <a:pt x="9" y="0"/>
                </a:lnTo>
                <a:lnTo>
                  <a:pt x="10" y="0"/>
                </a:lnTo>
                <a:lnTo>
                  <a:pt x="10" y="1"/>
                </a:lnTo>
                <a:lnTo>
                  <a:pt x="11" y="1"/>
                </a:lnTo>
                <a:lnTo>
                  <a:pt x="12" y="1"/>
                </a:lnTo>
                <a:lnTo>
                  <a:pt x="12" y="1"/>
                </a:lnTo>
                <a:lnTo>
                  <a:pt x="13" y="2"/>
                </a:lnTo>
                <a:lnTo>
                  <a:pt x="13" y="2"/>
                </a:lnTo>
                <a:lnTo>
                  <a:pt x="13" y="2"/>
                </a:lnTo>
                <a:lnTo>
                  <a:pt x="14" y="3"/>
                </a:lnTo>
                <a:lnTo>
                  <a:pt x="14" y="3"/>
                </a:lnTo>
                <a:lnTo>
                  <a:pt x="14" y="4"/>
                </a:lnTo>
                <a:lnTo>
                  <a:pt x="14" y="4"/>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Freeform 45"/>
          <p:cNvSpPr/>
          <p:nvPr/>
        </p:nvSpPr>
        <p:spPr>
          <a:xfrm>
            <a:off x="5436491" y="1228209"/>
            <a:ext cx="0" cy="247546"/>
          </a:xfrm>
          <a:custGeom>
            <a:avLst/>
            <a:gdLst/>
            <a:ahLst/>
            <a:cxnLst/>
            <a:rect l="l" t="t" r="r" b="b"/>
            <a:pathLst>
              <a:path w="0" h="26">
                <a:moveTo>
                  <a:pt x="0" y="26"/>
                </a:moveTo>
                <a:lnTo>
                  <a:pt x="0" y="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Freeform 46"/>
          <p:cNvSpPr/>
          <p:nvPr/>
        </p:nvSpPr>
        <p:spPr>
          <a:xfrm>
            <a:off x="5569785" y="1199646"/>
            <a:ext cx="133294" cy="76168"/>
          </a:xfrm>
          <a:custGeom>
            <a:avLst/>
            <a:gdLst/>
            <a:ahLst/>
            <a:cxnLst/>
            <a:rect l="l" t="t" r="r" b="b"/>
            <a:pathLst>
              <a:path w="14" h="8">
                <a:moveTo>
                  <a:pt x="14" y="4"/>
                </a:moveTo>
                <a:lnTo>
                  <a:pt x="14" y="4"/>
                </a:lnTo>
                <a:lnTo>
                  <a:pt x="14" y="5"/>
                </a:lnTo>
                <a:lnTo>
                  <a:pt x="14" y="5"/>
                </a:lnTo>
                <a:lnTo>
                  <a:pt x="13" y="6"/>
                </a:lnTo>
                <a:lnTo>
                  <a:pt x="13" y="6"/>
                </a:lnTo>
                <a:lnTo>
                  <a:pt x="13" y="6"/>
                </a:lnTo>
                <a:lnTo>
                  <a:pt x="12" y="7"/>
                </a:lnTo>
                <a:lnTo>
                  <a:pt x="12" y="7"/>
                </a:lnTo>
                <a:lnTo>
                  <a:pt x="11" y="7"/>
                </a:lnTo>
                <a:lnTo>
                  <a:pt x="11" y="7"/>
                </a:lnTo>
                <a:lnTo>
                  <a:pt x="10" y="8"/>
                </a:lnTo>
                <a:lnTo>
                  <a:pt x="9" y="8"/>
                </a:lnTo>
                <a:lnTo>
                  <a:pt x="8" y="8"/>
                </a:lnTo>
                <a:lnTo>
                  <a:pt x="8" y="8"/>
                </a:lnTo>
                <a:lnTo>
                  <a:pt x="7" y="8"/>
                </a:lnTo>
                <a:lnTo>
                  <a:pt x="6" y="8"/>
                </a:lnTo>
                <a:lnTo>
                  <a:pt x="6" y="8"/>
                </a:lnTo>
                <a:lnTo>
                  <a:pt x="5" y="8"/>
                </a:lnTo>
                <a:lnTo>
                  <a:pt x="4" y="8"/>
                </a:lnTo>
                <a:lnTo>
                  <a:pt x="3" y="7"/>
                </a:lnTo>
                <a:lnTo>
                  <a:pt x="3" y="7"/>
                </a:lnTo>
                <a:lnTo>
                  <a:pt x="2" y="7"/>
                </a:lnTo>
                <a:lnTo>
                  <a:pt x="2" y="7"/>
                </a:lnTo>
                <a:lnTo>
                  <a:pt x="1" y="6"/>
                </a:lnTo>
                <a:lnTo>
                  <a:pt x="1" y="6"/>
                </a:lnTo>
                <a:lnTo>
                  <a:pt x="1" y="6"/>
                </a:lnTo>
                <a:lnTo>
                  <a:pt x="0" y="5"/>
                </a:lnTo>
                <a:lnTo>
                  <a:pt x="0" y="5"/>
                </a:lnTo>
                <a:lnTo>
                  <a:pt x="0" y="4"/>
                </a:lnTo>
                <a:lnTo>
                  <a:pt x="0" y="4"/>
                </a:lnTo>
                <a:lnTo>
                  <a:pt x="0" y="4"/>
                </a:lnTo>
                <a:lnTo>
                  <a:pt x="0" y="3"/>
                </a:lnTo>
                <a:lnTo>
                  <a:pt x="0" y="3"/>
                </a:lnTo>
                <a:lnTo>
                  <a:pt x="1" y="2"/>
                </a:lnTo>
                <a:lnTo>
                  <a:pt x="1" y="2"/>
                </a:lnTo>
                <a:lnTo>
                  <a:pt x="1" y="2"/>
                </a:lnTo>
                <a:lnTo>
                  <a:pt x="2" y="1"/>
                </a:lnTo>
                <a:lnTo>
                  <a:pt x="2" y="1"/>
                </a:lnTo>
                <a:lnTo>
                  <a:pt x="3" y="1"/>
                </a:lnTo>
                <a:lnTo>
                  <a:pt x="3" y="1"/>
                </a:lnTo>
                <a:lnTo>
                  <a:pt x="4" y="0"/>
                </a:lnTo>
                <a:lnTo>
                  <a:pt x="5" y="0"/>
                </a:lnTo>
                <a:lnTo>
                  <a:pt x="6" y="0"/>
                </a:lnTo>
                <a:lnTo>
                  <a:pt x="6" y="0"/>
                </a:lnTo>
                <a:lnTo>
                  <a:pt x="7" y="0"/>
                </a:lnTo>
                <a:lnTo>
                  <a:pt x="8" y="0"/>
                </a:lnTo>
                <a:lnTo>
                  <a:pt x="8" y="0"/>
                </a:lnTo>
                <a:lnTo>
                  <a:pt x="9" y="0"/>
                </a:lnTo>
                <a:lnTo>
                  <a:pt x="10" y="0"/>
                </a:lnTo>
                <a:lnTo>
                  <a:pt x="11" y="1"/>
                </a:lnTo>
                <a:lnTo>
                  <a:pt x="11" y="1"/>
                </a:lnTo>
                <a:lnTo>
                  <a:pt x="12" y="1"/>
                </a:lnTo>
                <a:lnTo>
                  <a:pt x="12" y="1"/>
                </a:lnTo>
                <a:lnTo>
                  <a:pt x="13" y="2"/>
                </a:lnTo>
                <a:lnTo>
                  <a:pt x="13" y="2"/>
                </a:lnTo>
                <a:lnTo>
                  <a:pt x="13" y="2"/>
                </a:lnTo>
                <a:lnTo>
                  <a:pt x="14" y="3"/>
                </a:lnTo>
                <a:lnTo>
                  <a:pt x="14" y="3"/>
                </a:lnTo>
                <a:lnTo>
                  <a:pt x="14" y="4"/>
                </a:lnTo>
                <a:lnTo>
                  <a:pt x="14" y="4"/>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Freeform 47"/>
          <p:cNvSpPr/>
          <p:nvPr/>
        </p:nvSpPr>
        <p:spPr>
          <a:xfrm>
            <a:off x="5693558" y="990184"/>
            <a:ext cx="0" cy="247546"/>
          </a:xfrm>
          <a:custGeom>
            <a:avLst/>
            <a:gdLst/>
            <a:ahLst/>
            <a:cxnLst/>
            <a:rect l="l" t="t" r="r" b="b"/>
            <a:pathLst>
              <a:path w="0" h="26">
                <a:moveTo>
                  <a:pt x="0" y="26"/>
                </a:moveTo>
                <a:lnTo>
                  <a:pt x="0" y="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Freeform 48"/>
          <p:cNvSpPr/>
          <p:nvPr/>
        </p:nvSpPr>
        <p:spPr>
          <a:xfrm>
            <a:off x="5741163" y="1047310"/>
            <a:ext cx="133294" cy="76168"/>
          </a:xfrm>
          <a:custGeom>
            <a:avLst/>
            <a:gdLst/>
            <a:ahLst/>
            <a:cxnLst/>
            <a:rect l="l" t="t" r="r" b="b"/>
            <a:pathLst>
              <a:path w="14" h="8">
                <a:moveTo>
                  <a:pt x="14" y="4"/>
                </a:moveTo>
                <a:lnTo>
                  <a:pt x="14" y="4"/>
                </a:lnTo>
                <a:lnTo>
                  <a:pt x="14" y="5"/>
                </a:lnTo>
                <a:lnTo>
                  <a:pt x="14" y="5"/>
                </a:lnTo>
                <a:lnTo>
                  <a:pt x="13" y="6"/>
                </a:lnTo>
                <a:lnTo>
                  <a:pt x="13" y="6"/>
                </a:lnTo>
                <a:lnTo>
                  <a:pt x="13" y="6"/>
                </a:lnTo>
                <a:lnTo>
                  <a:pt x="12" y="7"/>
                </a:lnTo>
                <a:lnTo>
                  <a:pt x="12" y="7"/>
                </a:lnTo>
                <a:lnTo>
                  <a:pt x="11" y="7"/>
                </a:lnTo>
                <a:lnTo>
                  <a:pt x="11" y="7"/>
                </a:lnTo>
                <a:lnTo>
                  <a:pt x="10" y="8"/>
                </a:lnTo>
                <a:lnTo>
                  <a:pt x="9" y="8"/>
                </a:lnTo>
                <a:lnTo>
                  <a:pt x="8" y="8"/>
                </a:lnTo>
                <a:lnTo>
                  <a:pt x="8" y="8"/>
                </a:lnTo>
                <a:lnTo>
                  <a:pt x="7" y="8"/>
                </a:lnTo>
                <a:lnTo>
                  <a:pt x="6" y="8"/>
                </a:lnTo>
                <a:lnTo>
                  <a:pt x="6" y="8"/>
                </a:lnTo>
                <a:lnTo>
                  <a:pt x="5" y="8"/>
                </a:lnTo>
                <a:lnTo>
                  <a:pt x="4" y="8"/>
                </a:lnTo>
                <a:lnTo>
                  <a:pt x="3" y="7"/>
                </a:lnTo>
                <a:lnTo>
                  <a:pt x="3" y="7"/>
                </a:lnTo>
                <a:lnTo>
                  <a:pt x="2" y="7"/>
                </a:lnTo>
                <a:lnTo>
                  <a:pt x="2" y="7"/>
                </a:lnTo>
                <a:lnTo>
                  <a:pt x="1" y="6"/>
                </a:lnTo>
                <a:lnTo>
                  <a:pt x="1" y="6"/>
                </a:lnTo>
                <a:lnTo>
                  <a:pt x="1" y="6"/>
                </a:lnTo>
                <a:lnTo>
                  <a:pt x="0" y="5"/>
                </a:lnTo>
                <a:lnTo>
                  <a:pt x="0" y="5"/>
                </a:lnTo>
                <a:lnTo>
                  <a:pt x="0" y="4"/>
                </a:lnTo>
                <a:lnTo>
                  <a:pt x="0" y="4"/>
                </a:lnTo>
                <a:lnTo>
                  <a:pt x="0" y="4"/>
                </a:lnTo>
                <a:lnTo>
                  <a:pt x="0" y="3"/>
                </a:lnTo>
                <a:lnTo>
                  <a:pt x="0" y="3"/>
                </a:lnTo>
                <a:lnTo>
                  <a:pt x="1" y="2"/>
                </a:lnTo>
                <a:lnTo>
                  <a:pt x="1" y="2"/>
                </a:lnTo>
                <a:lnTo>
                  <a:pt x="1" y="2"/>
                </a:lnTo>
                <a:lnTo>
                  <a:pt x="2" y="1"/>
                </a:lnTo>
                <a:lnTo>
                  <a:pt x="2" y="1"/>
                </a:lnTo>
                <a:lnTo>
                  <a:pt x="3" y="1"/>
                </a:lnTo>
                <a:lnTo>
                  <a:pt x="3" y="1"/>
                </a:lnTo>
                <a:lnTo>
                  <a:pt x="4" y="0"/>
                </a:lnTo>
                <a:lnTo>
                  <a:pt x="5" y="0"/>
                </a:lnTo>
                <a:lnTo>
                  <a:pt x="6" y="0"/>
                </a:lnTo>
                <a:lnTo>
                  <a:pt x="6" y="0"/>
                </a:lnTo>
                <a:lnTo>
                  <a:pt x="7" y="0"/>
                </a:lnTo>
                <a:lnTo>
                  <a:pt x="8" y="0"/>
                </a:lnTo>
                <a:lnTo>
                  <a:pt x="8" y="0"/>
                </a:lnTo>
                <a:lnTo>
                  <a:pt x="9" y="0"/>
                </a:lnTo>
                <a:lnTo>
                  <a:pt x="10" y="0"/>
                </a:lnTo>
                <a:lnTo>
                  <a:pt x="11" y="1"/>
                </a:lnTo>
                <a:lnTo>
                  <a:pt x="11" y="1"/>
                </a:lnTo>
                <a:lnTo>
                  <a:pt x="12" y="1"/>
                </a:lnTo>
                <a:lnTo>
                  <a:pt x="12" y="1"/>
                </a:lnTo>
                <a:lnTo>
                  <a:pt x="13" y="2"/>
                </a:lnTo>
                <a:lnTo>
                  <a:pt x="13" y="2"/>
                </a:lnTo>
                <a:lnTo>
                  <a:pt x="13" y="2"/>
                </a:lnTo>
                <a:lnTo>
                  <a:pt x="14" y="3"/>
                </a:lnTo>
                <a:lnTo>
                  <a:pt x="14" y="3"/>
                </a:lnTo>
                <a:lnTo>
                  <a:pt x="14" y="4"/>
                </a:lnTo>
                <a:lnTo>
                  <a:pt x="14" y="4"/>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Freeform 49"/>
          <p:cNvSpPr/>
          <p:nvPr/>
        </p:nvSpPr>
        <p:spPr>
          <a:xfrm>
            <a:off x="5864936" y="837848"/>
            <a:ext cx="0" cy="247546"/>
          </a:xfrm>
          <a:custGeom>
            <a:avLst/>
            <a:gdLst/>
            <a:ahLst/>
            <a:cxnLst/>
            <a:rect l="l" t="t" r="r" b="b"/>
            <a:pathLst>
              <a:path w="0" h="26">
                <a:moveTo>
                  <a:pt x="0" y="26"/>
                </a:moveTo>
                <a:lnTo>
                  <a:pt x="0" y="0"/>
                </a:lnTo>
              </a:path>
            </a:pathLst>
          </a:custGeom>
          <a:noFill/>
          <a:ln w="889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Freeform 50"/>
          <p:cNvSpPr/>
          <p:nvPr/>
        </p:nvSpPr>
        <p:spPr>
          <a:xfrm>
            <a:off x="1323419" y="3094325"/>
            <a:ext cx="761680" cy="590302"/>
          </a:xfrm>
          <a:custGeom>
            <a:avLst/>
            <a:gdLst/>
            <a:ahLst/>
            <a:cxnLst/>
            <a:rect l="l" t="t" r="r" b="b"/>
            <a:pathLst>
              <a:path w="80" h="62">
                <a:moveTo>
                  <a:pt x="0" y="0"/>
                </a:moveTo>
                <a:lnTo>
                  <a:pt x="80" y="17"/>
                </a:lnTo>
                <a:lnTo>
                  <a:pt x="80" y="62"/>
                </a:lnTo>
                <a:lnTo>
                  <a:pt x="0" y="56"/>
                </a:lnTo>
                <a:lnTo>
                  <a:pt x="17" y="30"/>
                </a:lnTo>
                <a:close/>
              </a:path>
            </a:pathLst>
          </a:custGeom>
          <a:solidFill>
            <a:srgbClr val="FFFFFF"/>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Freeform 51"/>
          <p:cNvSpPr/>
          <p:nvPr/>
        </p:nvSpPr>
        <p:spPr>
          <a:xfrm>
            <a:off x="5474575" y="3094325"/>
            <a:ext cx="761680" cy="590302"/>
          </a:xfrm>
          <a:custGeom>
            <a:avLst/>
            <a:gdLst/>
            <a:ahLst/>
            <a:cxnLst/>
            <a:rect l="l" t="t" r="r" b="b"/>
            <a:pathLst>
              <a:path w="80" h="62">
                <a:moveTo>
                  <a:pt x="80" y="0"/>
                </a:moveTo>
                <a:lnTo>
                  <a:pt x="0" y="17"/>
                </a:lnTo>
                <a:lnTo>
                  <a:pt x="0" y="62"/>
                </a:lnTo>
                <a:lnTo>
                  <a:pt x="80" y="56"/>
                </a:lnTo>
                <a:lnTo>
                  <a:pt x="63" y="30"/>
                </a:lnTo>
                <a:close/>
              </a:path>
            </a:pathLst>
          </a:custGeom>
          <a:solidFill>
            <a:srgbClr val="FFFFFF"/>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Freeform 52"/>
          <p:cNvSpPr/>
          <p:nvPr/>
        </p:nvSpPr>
        <p:spPr>
          <a:xfrm>
            <a:off x="1837553" y="3122888"/>
            <a:ext cx="3884568" cy="618865"/>
          </a:xfrm>
          <a:custGeom>
            <a:avLst/>
            <a:gdLst/>
            <a:ahLst/>
            <a:cxnLst/>
            <a:rect l="l" t="t" r="r" b="b"/>
            <a:pathLst>
              <a:path w="408" h="65">
                <a:moveTo>
                  <a:pt x="0" y="7"/>
                </a:moveTo>
                <a:lnTo>
                  <a:pt x="7" y="7"/>
                </a:lnTo>
                <a:lnTo>
                  <a:pt x="14" y="6"/>
                </a:lnTo>
                <a:lnTo>
                  <a:pt x="20" y="6"/>
                </a:lnTo>
                <a:lnTo>
                  <a:pt x="27" y="6"/>
                </a:lnTo>
                <a:lnTo>
                  <a:pt x="34" y="5"/>
                </a:lnTo>
                <a:lnTo>
                  <a:pt x="41" y="5"/>
                </a:lnTo>
                <a:lnTo>
                  <a:pt x="48" y="4"/>
                </a:lnTo>
                <a:lnTo>
                  <a:pt x="54" y="4"/>
                </a:lnTo>
                <a:lnTo>
                  <a:pt x="61" y="4"/>
                </a:lnTo>
                <a:lnTo>
                  <a:pt x="68" y="4"/>
                </a:lnTo>
                <a:lnTo>
                  <a:pt x="75" y="3"/>
                </a:lnTo>
                <a:lnTo>
                  <a:pt x="82" y="3"/>
                </a:lnTo>
                <a:lnTo>
                  <a:pt x="88" y="3"/>
                </a:lnTo>
                <a:lnTo>
                  <a:pt x="95" y="2"/>
                </a:lnTo>
                <a:lnTo>
                  <a:pt x="102" y="2"/>
                </a:lnTo>
                <a:lnTo>
                  <a:pt x="109" y="2"/>
                </a:lnTo>
                <a:lnTo>
                  <a:pt x="116" y="2"/>
                </a:lnTo>
                <a:lnTo>
                  <a:pt x="122" y="1"/>
                </a:lnTo>
                <a:lnTo>
                  <a:pt x="129" y="1"/>
                </a:lnTo>
                <a:lnTo>
                  <a:pt x="136" y="1"/>
                </a:lnTo>
                <a:lnTo>
                  <a:pt x="143" y="1"/>
                </a:lnTo>
                <a:lnTo>
                  <a:pt x="150" y="1"/>
                </a:lnTo>
                <a:lnTo>
                  <a:pt x="156" y="0"/>
                </a:lnTo>
                <a:lnTo>
                  <a:pt x="163" y="0"/>
                </a:lnTo>
                <a:lnTo>
                  <a:pt x="170" y="0"/>
                </a:lnTo>
                <a:lnTo>
                  <a:pt x="177" y="0"/>
                </a:lnTo>
                <a:lnTo>
                  <a:pt x="184" y="0"/>
                </a:lnTo>
                <a:lnTo>
                  <a:pt x="190" y="0"/>
                </a:lnTo>
                <a:lnTo>
                  <a:pt x="197" y="0"/>
                </a:lnTo>
                <a:lnTo>
                  <a:pt x="204" y="0"/>
                </a:lnTo>
                <a:lnTo>
                  <a:pt x="211" y="0"/>
                </a:lnTo>
                <a:lnTo>
                  <a:pt x="218" y="0"/>
                </a:lnTo>
                <a:lnTo>
                  <a:pt x="224" y="0"/>
                </a:lnTo>
                <a:lnTo>
                  <a:pt x="231" y="0"/>
                </a:lnTo>
                <a:lnTo>
                  <a:pt x="238" y="0"/>
                </a:lnTo>
                <a:lnTo>
                  <a:pt x="245" y="0"/>
                </a:lnTo>
                <a:lnTo>
                  <a:pt x="252" y="0"/>
                </a:lnTo>
                <a:lnTo>
                  <a:pt x="258" y="1"/>
                </a:lnTo>
                <a:lnTo>
                  <a:pt x="265" y="1"/>
                </a:lnTo>
                <a:lnTo>
                  <a:pt x="272" y="1"/>
                </a:lnTo>
                <a:lnTo>
                  <a:pt x="279" y="1"/>
                </a:lnTo>
                <a:lnTo>
                  <a:pt x="286" y="1"/>
                </a:lnTo>
                <a:lnTo>
                  <a:pt x="292" y="2"/>
                </a:lnTo>
                <a:lnTo>
                  <a:pt x="299" y="2"/>
                </a:lnTo>
                <a:lnTo>
                  <a:pt x="306" y="2"/>
                </a:lnTo>
                <a:lnTo>
                  <a:pt x="313" y="2"/>
                </a:lnTo>
                <a:lnTo>
                  <a:pt x="320" y="3"/>
                </a:lnTo>
                <a:lnTo>
                  <a:pt x="326" y="3"/>
                </a:lnTo>
                <a:lnTo>
                  <a:pt x="333" y="3"/>
                </a:lnTo>
                <a:lnTo>
                  <a:pt x="340" y="4"/>
                </a:lnTo>
                <a:lnTo>
                  <a:pt x="347" y="4"/>
                </a:lnTo>
                <a:lnTo>
                  <a:pt x="354" y="4"/>
                </a:lnTo>
                <a:lnTo>
                  <a:pt x="360" y="4"/>
                </a:lnTo>
                <a:lnTo>
                  <a:pt x="367" y="5"/>
                </a:lnTo>
                <a:lnTo>
                  <a:pt x="374" y="5"/>
                </a:lnTo>
                <a:lnTo>
                  <a:pt x="381" y="6"/>
                </a:lnTo>
                <a:lnTo>
                  <a:pt x="388" y="6"/>
                </a:lnTo>
                <a:lnTo>
                  <a:pt x="394" y="6"/>
                </a:lnTo>
                <a:lnTo>
                  <a:pt x="401" y="7"/>
                </a:lnTo>
                <a:lnTo>
                  <a:pt x="408" y="7"/>
                </a:lnTo>
                <a:lnTo>
                  <a:pt x="408" y="65"/>
                </a:lnTo>
                <a:lnTo>
                  <a:pt x="401" y="65"/>
                </a:lnTo>
                <a:lnTo>
                  <a:pt x="394" y="64"/>
                </a:lnTo>
                <a:lnTo>
                  <a:pt x="388" y="64"/>
                </a:lnTo>
                <a:lnTo>
                  <a:pt x="381" y="64"/>
                </a:lnTo>
                <a:lnTo>
                  <a:pt x="374" y="63"/>
                </a:lnTo>
                <a:lnTo>
                  <a:pt x="367" y="63"/>
                </a:lnTo>
                <a:lnTo>
                  <a:pt x="360" y="62"/>
                </a:lnTo>
                <a:lnTo>
                  <a:pt x="354" y="62"/>
                </a:lnTo>
                <a:lnTo>
                  <a:pt x="347" y="62"/>
                </a:lnTo>
                <a:lnTo>
                  <a:pt x="340" y="62"/>
                </a:lnTo>
                <a:lnTo>
                  <a:pt x="333" y="61"/>
                </a:lnTo>
                <a:lnTo>
                  <a:pt x="326" y="61"/>
                </a:lnTo>
                <a:lnTo>
                  <a:pt x="320" y="61"/>
                </a:lnTo>
                <a:lnTo>
                  <a:pt x="313" y="60"/>
                </a:lnTo>
                <a:lnTo>
                  <a:pt x="306" y="60"/>
                </a:lnTo>
                <a:lnTo>
                  <a:pt x="299" y="60"/>
                </a:lnTo>
                <a:lnTo>
                  <a:pt x="292" y="60"/>
                </a:lnTo>
                <a:lnTo>
                  <a:pt x="286" y="59"/>
                </a:lnTo>
                <a:lnTo>
                  <a:pt x="279" y="59"/>
                </a:lnTo>
                <a:lnTo>
                  <a:pt x="272" y="59"/>
                </a:lnTo>
                <a:lnTo>
                  <a:pt x="265" y="59"/>
                </a:lnTo>
                <a:lnTo>
                  <a:pt x="258" y="59"/>
                </a:lnTo>
                <a:lnTo>
                  <a:pt x="252" y="58"/>
                </a:lnTo>
                <a:lnTo>
                  <a:pt x="245" y="58"/>
                </a:lnTo>
                <a:lnTo>
                  <a:pt x="238" y="58"/>
                </a:lnTo>
                <a:lnTo>
                  <a:pt x="231" y="58"/>
                </a:lnTo>
                <a:lnTo>
                  <a:pt x="224" y="58"/>
                </a:lnTo>
                <a:lnTo>
                  <a:pt x="218" y="58"/>
                </a:lnTo>
                <a:lnTo>
                  <a:pt x="211" y="58"/>
                </a:lnTo>
                <a:lnTo>
                  <a:pt x="204" y="58"/>
                </a:lnTo>
                <a:lnTo>
                  <a:pt x="197" y="58"/>
                </a:lnTo>
                <a:lnTo>
                  <a:pt x="190" y="58"/>
                </a:lnTo>
                <a:lnTo>
                  <a:pt x="184" y="58"/>
                </a:lnTo>
                <a:lnTo>
                  <a:pt x="177" y="58"/>
                </a:lnTo>
                <a:lnTo>
                  <a:pt x="170" y="58"/>
                </a:lnTo>
                <a:lnTo>
                  <a:pt x="163" y="58"/>
                </a:lnTo>
                <a:lnTo>
                  <a:pt x="156" y="58"/>
                </a:lnTo>
                <a:lnTo>
                  <a:pt x="150" y="59"/>
                </a:lnTo>
                <a:lnTo>
                  <a:pt x="143" y="59"/>
                </a:lnTo>
                <a:lnTo>
                  <a:pt x="136" y="59"/>
                </a:lnTo>
                <a:lnTo>
                  <a:pt x="129" y="59"/>
                </a:lnTo>
                <a:lnTo>
                  <a:pt x="122" y="59"/>
                </a:lnTo>
                <a:lnTo>
                  <a:pt x="116" y="60"/>
                </a:lnTo>
                <a:lnTo>
                  <a:pt x="109" y="60"/>
                </a:lnTo>
                <a:lnTo>
                  <a:pt x="102" y="60"/>
                </a:lnTo>
                <a:lnTo>
                  <a:pt x="95" y="60"/>
                </a:lnTo>
                <a:lnTo>
                  <a:pt x="88" y="61"/>
                </a:lnTo>
                <a:lnTo>
                  <a:pt x="82" y="61"/>
                </a:lnTo>
                <a:lnTo>
                  <a:pt x="75" y="61"/>
                </a:lnTo>
                <a:lnTo>
                  <a:pt x="68" y="62"/>
                </a:lnTo>
                <a:lnTo>
                  <a:pt x="61" y="62"/>
                </a:lnTo>
                <a:lnTo>
                  <a:pt x="54" y="62"/>
                </a:lnTo>
                <a:lnTo>
                  <a:pt x="48" y="62"/>
                </a:lnTo>
                <a:lnTo>
                  <a:pt x="41" y="63"/>
                </a:lnTo>
                <a:lnTo>
                  <a:pt x="34" y="63"/>
                </a:lnTo>
                <a:lnTo>
                  <a:pt x="27" y="64"/>
                </a:lnTo>
                <a:lnTo>
                  <a:pt x="20" y="64"/>
                </a:lnTo>
                <a:lnTo>
                  <a:pt x="14" y="64"/>
                </a:lnTo>
                <a:lnTo>
                  <a:pt x="7" y="65"/>
                </a:lnTo>
                <a:lnTo>
                  <a:pt x="0" y="65"/>
                </a:lnTo>
                <a:close/>
              </a:path>
            </a:pathLst>
          </a:custGeom>
          <a:solidFill>
            <a:srgbClr val="FFFFFF"/>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reeform 53"/>
          <p:cNvSpPr/>
          <p:nvPr/>
        </p:nvSpPr>
        <p:spPr>
          <a:xfrm>
            <a:off x="1066352" y="4341576"/>
            <a:ext cx="5426970" cy="1028268"/>
          </a:xfrm>
          <a:custGeom>
            <a:avLst/>
            <a:gdLst/>
            <a:ahLst/>
            <a:cxnLst/>
            <a:rect l="l" t="t" r="r" b="b"/>
            <a:pathLst>
              <a:path w="570" h="108">
                <a:moveTo>
                  <a:pt x="0" y="0"/>
                </a:moveTo>
                <a:lnTo>
                  <a:pt x="556" y="0"/>
                </a:lnTo>
                <a:lnTo>
                  <a:pt x="570" y="14"/>
                </a:lnTo>
                <a:lnTo>
                  <a:pt x="570" y="108"/>
                </a:lnTo>
                <a:lnTo>
                  <a:pt x="14" y="108"/>
                </a:lnTo>
                <a:lnTo>
                  <a:pt x="0" y="94"/>
                </a:lnTo>
                <a:close/>
              </a:path>
            </a:pathLst>
          </a:custGeom>
          <a:solidFill>
            <a:srgbClr val="FFFFFF"/>
          </a:solid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Freeform 54"/>
          <p:cNvSpPr/>
          <p:nvPr/>
        </p:nvSpPr>
        <p:spPr>
          <a:xfrm>
            <a:off x="3779837" y="4512954"/>
            <a:ext cx="0" cy="247546"/>
          </a:xfrm>
          <a:custGeom>
            <a:avLst/>
            <a:gdLst/>
            <a:ahLst/>
            <a:cxnLst/>
            <a:rect l="l" t="t" r="r" b="b"/>
            <a:pathLst>
              <a:path w="0" h="26">
                <a:moveTo>
                  <a:pt x="0" y="0"/>
                </a:moveTo>
                <a:lnTo>
                  <a:pt x="0" y="26"/>
                </a:lnTo>
              </a:path>
            </a:pathLst>
          </a:cu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Freeform 55"/>
          <p:cNvSpPr/>
          <p:nvPr/>
        </p:nvSpPr>
        <p:spPr>
          <a:xfrm>
            <a:off x="3779837" y="4969962"/>
            <a:ext cx="0" cy="247546"/>
          </a:xfrm>
          <a:custGeom>
            <a:avLst/>
            <a:gdLst/>
            <a:ahLst/>
            <a:cxnLst/>
            <a:rect l="l" t="t" r="r" b="b"/>
            <a:pathLst>
              <a:path w="0" h="26">
                <a:moveTo>
                  <a:pt x="0" y="0"/>
                </a:moveTo>
                <a:lnTo>
                  <a:pt x="0" y="26"/>
                </a:lnTo>
              </a:path>
            </a:pathLst>
          </a:cu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Freeform 56"/>
          <p:cNvSpPr/>
          <p:nvPr/>
        </p:nvSpPr>
        <p:spPr>
          <a:xfrm>
            <a:off x="3732232" y="4798584"/>
            <a:ext cx="95210" cy="133294"/>
          </a:xfrm>
          <a:custGeom>
            <a:avLst/>
            <a:gdLst/>
            <a:ahLst/>
            <a:cxnLst/>
            <a:rect l="l" t="t" r="r" b="b"/>
            <a:pathLst>
              <a:path w="10" h="14">
                <a:moveTo>
                  <a:pt x="5" y="0"/>
                </a:moveTo>
                <a:lnTo>
                  <a:pt x="10" y="7"/>
                </a:lnTo>
                <a:lnTo>
                  <a:pt x="5" y="14"/>
                </a:lnTo>
                <a:lnTo>
                  <a:pt x="0" y="7"/>
                </a:lnTo>
                <a:lnTo>
                  <a:pt x="5" y="0"/>
                </a:lnTo>
              </a:path>
            </a:pathLst>
          </a:cu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Freeform 57"/>
          <p:cNvSpPr/>
          <p:nvPr/>
        </p:nvSpPr>
        <p:spPr>
          <a:xfrm>
            <a:off x="3732232" y="4770021"/>
            <a:ext cx="47605" cy="190420"/>
          </a:xfrm>
          <a:custGeom>
            <a:avLst/>
            <a:gdLst/>
            <a:ahLst/>
            <a:cxnLst/>
            <a:rect l="l" t="t" r="r" b="b"/>
            <a:pathLst>
              <a:path w="5" h="20">
                <a:moveTo>
                  <a:pt x="5" y="20"/>
                </a:moveTo>
                <a:lnTo>
                  <a:pt x="5" y="20"/>
                </a:lnTo>
                <a:lnTo>
                  <a:pt x="4" y="20"/>
                </a:lnTo>
                <a:lnTo>
                  <a:pt x="4" y="20"/>
                </a:lnTo>
                <a:lnTo>
                  <a:pt x="3" y="20"/>
                </a:lnTo>
                <a:lnTo>
                  <a:pt x="3" y="19"/>
                </a:lnTo>
                <a:lnTo>
                  <a:pt x="3" y="19"/>
                </a:lnTo>
                <a:lnTo>
                  <a:pt x="2" y="19"/>
                </a:lnTo>
                <a:lnTo>
                  <a:pt x="2" y="18"/>
                </a:lnTo>
                <a:lnTo>
                  <a:pt x="2" y="18"/>
                </a:lnTo>
                <a:lnTo>
                  <a:pt x="1" y="17"/>
                </a:lnTo>
                <a:lnTo>
                  <a:pt x="1" y="16"/>
                </a:lnTo>
                <a:lnTo>
                  <a:pt x="1" y="16"/>
                </a:lnTo>
                <a:lnTo>
                  <a:pt x="1" y="15"/>
                </a:lnTo>
                <a:lnTo>
                  <a:pt x="1" y="15"/>
                </a:lnTo>
                <a:lnTo>
                  <a:pt x="0" y="14"/>
                </a:lnTo>
                <a:lnTo>
                  <a:pt x="0" y="13"/>
                </a:lnTo>
                <a:lnTo>
                  <a:pt x="0" y="12"/>
                </a:lnTo>
                <a:lnTo>
                  <a:pt x="0" y="12"/>
                </a:lnTo>
                <a:lnTo>
                  <a:pt x="0" y="11"/>
                </a:lnTo>
                <a:lnTo>
                  <a:pt x="0" y="10"/>
                </a:lnTo>
                <a:lnTo>
                  <a:pt x="0" y="9"/>
                </a:lnTo>
                <a:lnTo>
                  <a:pt x="0" y="8"/>
                </a:lnTo>
                <a:lnTo>
                  <a:pt x="0" y="8"/>
                </a:lnTo>
                <a:lnTo>
                  <a:pt x="0" y="7"/>
                </a:lnTo>
                <a:lnTo>
                  <a:pt x="0" y="6"/>
                </a:lnTo>
                <a:lnTo>
                  <a:pt x="1" y="5"/>
                </a:lnTo>
                <a:lnTo>
                  <a:pt x="1" y="5"/>
                </a:lnTo>
                <a:lnTo>
                  <a:pt x="1" y="4"/>
                </a:lnTo>
                <a:lnTo>
                  <a:pt x="1" y="4"/>
                </a:lnTo>
                <a:lnTo>
                  <a:pt x="1" y="3"/>
                </a:lnTo>
                <a:lnTo>
                  <a:pt x="2" y="2"/>
                </a:lnTo>
                <a:lnTo>
                  <a:pt x="2" y="2"/>
                </a:lnTo>
                <a:lnTo>
                  <a:pt x="2" y="1"/>
                </a:lnTo>
                <a:lnTo>
                  <a:pt x="3" y="1"/>
                </a:lnTo>
                <a:lnTo>
                  <a:pt x="3" y="1"/>
                </a:lnTo>
                <a:lnTo>
                  <a:pt x="3" y="0"/>
                </a:lnTo>
                <a:lnTo>
                  <a:pt x="4" y="0"/>
                </a:lnTo>
                <a:lnTo>
                  <a:pt x="4" y="0"/>
                </a:lnTo>
                <a:lnTo>
                  <a:pt x="5" y="0"/>
                </a:lnTo>
                <a:lnTo>
                  <a:pt x="5" y="0"/>
                </a:lnTo>
              </a:path>
            </a:pathLst>
          </a:cu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Freeform 58"/>
          <p:cNvSpPr/>
          <p:nvPr/>
        </p:nvSpPr>
        <p:spPr>
          <a:xfrm>
            <a:off x="3779837" y="4770021"/>
            <a:ext cx="47605" cy="190420"/>
          </a:xfrm>
          <a:custGeom>
            <a:avLst/>
            <a:gdLst/>
            <a:ahLst/>
            <a:cxnLst/>
            <a:rect l="l" t="t" r="r" b="b"/>
            <a:pathLst>
              <a:path w="5" h="20">
                <a:moveTo>
                  <a:pt x="0" y="20"/>
                </a:moveTo>
                <a:lnTo>
                  <a:pt x="0" y="20"/>
                </a:lnTo>
                <a:lnTo>
                  <a:pt x="1" y="20"/>
                </a:lnTo>
                <a:lnTo>
                  <a:pt x="1" y="20"/>
                </a:lnTo>
                <a:lnTo>
                  <a:pt x="2" y="20"/>
                </a:lnTo>
                <a:lnTo>
                  <a:pt x="2" y="19"/>
                </a:lnTo>
                <a:lnTo>
                  <a:pt x="2" y="19"/>
                </a:lnTo>
                <a:lnTo>
                  <a:pt x="3" y="19"/>
                </a:lnTo>
                <a:lnTo>
                  <a:pt x="3" y="18"/>
                </a:lnTo>
                <a:lnTo>
                  <a:pt x="3" y="18"/>
                </a:lnTo>
                <a:lnTo>
                  <a:pt x="4" y="17"/>
                </a:lnTo>
                <a:lnTo>
                  <a:pt x="4" y="16"/>
                </a:lnTo>
                <a:lnTo>
                  <a:pt x="4" y="16"/>
                </a:lnTo>
                <a:lnTo>
                  <a:pt x="4" y="15"/>
                </a:lnTo>
                <a:lnTo>
                  <a:pt x="4" y="15"/>
                </a:lnTo>
                <a:lnTo>
                  <a:pt x="5" y="14"/>
                </a:lnTo>
                <a:lnTo>
                  <a:pt x="5" y="13"/>
                </a:lnTo>
                <a:lnTo>
                  <a:pt x="5" y="12"/>
                </a:lnTo>
                <a:lnTo>
                  <a:pt x="5" y="12"/>
                </a:lnTo>
                <a:lnTo>
                  <a:pt x="5" y="11"/>
                </a:lnTo>
                <a:lnTo>
                  <a:pt x="5" y="10"/>
                </a:lnTo>
                <a:lnTo>
                  <a:pt x="5" y="9"/>
                </a:lnTo>
                <a:lnTo>
                  <a:pt x="5" y="8"/>
                </a:lnTo>
                <a:lnTo>
                  <a:pt x="5" y="8"/>
                </a:lnTo>
                <a:lnTo>
                  <a:pt x="5" y="7"/>
                </a:lnTo>
                <a:lnTo>
                  <a:pt x="5" y="6"/>
                </a:lnTo>
                <a:lnTo>
                  <a:pt x="4" y="5"/>
                </a:lnTo>
                <a:lnTo>
                  <a:pt x="4" y="5"/>
                </a:lnTo>
                <a:lnTo>
                  <a:pt x="4" y="4"/>
                </a:lnTo>
                <a:lnTo>
                  <a:pt x="4" y="4"/>
                </a:lnTo>
                <a:lnTo>
                  <a:pt x="4" y="3"/>
                </a:lnTo>
                <a:lnTo>
                  <a:pt x="3" y="2"/>
                </a:lnTo>
                <a:lnTo>
                  <a:pt x="3" y="2"/>
                </a:lnTo>
                <a:lnTo>
                  <a:pt x="3" y="1"/>
                </a:lnTo>
                <a:lnTo>
                  <a:pt x="2" y="1"/>
                </a:lnTo>
                <a:lnTo>
                  <a:pt x="2" y="1"/>
                </a:lnTo>
                <a:lnTo>
                  <a:pt x="2" y="0"/>
                </a:lnTo>
                <a:lnTo>
                  <a:pt x="1" y="0"/>
                </a:lnTo>
                <a:lnTo>
                  <a:pt x="1" y="0"/>
                </a:lnTo>
                <a:lnTo>
                  <a:pt x="0" y="0"/>
                </a:lnTo>
                <a:lnTo>
                  <a:pt x="0" y="0"/>
                </a:lnTo>
              </a:path>
            </a:pathLst>
          </a:custGeom>
          <a:noFill/>
          <a:ln w="1016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oud-photo-gray.png"/>
          <p:cNvPicPr>
            <a:picLocks noChangeAspect="1"/>
          </p:cNvPicPr>
          <p:nvPr/>
        </p:nvPicPr>
        <p:blipFill>
          <a:blip r:embed="rId2"/>
          <a:stretch>
            <a:fillRect/>
          </a:stretch>
        </p:blipFill>
        <p:spPr>
          <a:xfrm>
            <a:off x="5341511" y="7731385"/>
            <a:ext cx="1656725" cy="2770730"/>
          </a:xfrm>
          <a:prstGeom prst="rect">
            <a:avLst/>
          </a:prstGeom>
        </p:spPr>
      </p:pic>
      <p:sp>
        <p:nvSpPr>
          <p:cNvPr id="61" name="בס״ד"/>
          <p:cNvSpPr txBox="1"/>
          <p:nvPr/>
        </p:nvSpPr>
        <p:spPr>
          <a:xfrm>
            <a:off x="6436473" y="257078"/>
            <a:ext cx="666498" cy="180906"/>
          </a:xfrm>
          <a:prstGeom prst="rect">
            <a:avLst/>
          </a:prstGeom>
          <a:noFill/>
        </p:spPr>
        <p:txBody>
          <a:bodyPr wrap="square" lIns="0" rIns="0" tIns="0" bIns="0" anchor="ctr">
            <a:spAutoFit/>
          </a:bodyPr>
          <a:lstStyle/>
          <a:p>
            <a:pPr algn="ctr" rtl="1"/>
            <a:r>
              <a:rPr sz="899" b="0" lang="he-IL">
                <a:solidFill>
                  <a:srgbClr val="000000"/>
                </a:solidFill>
                <a:latin typeface="Heebo"/>
                <a:cs typeface="Heebo"/>
              </a:rPr>
              <a:t>בס״ד</a:t>
            </a:r>
          </a:p>
        </p:txBody>
      </p:sp>
      <p:sp>
        <p:nvSpPr>
          <p:cNvPr id="62" name="שירת"/>
          <p:cNvSpPr txBox="1"/>
          <p:nvPr/>
        </p:nvSpPr>
        <p:spPr>
          <a:xfrm>
            <a:off x="1047355" y="1266347"/>
            <a:ext cx="5465289" cy="809319"/>
          </a:xfrm>
          <a:prstGeom prst="rect">
            <a:avLst/>
          </a:prstGeom>
          <a:noFill/>
        </p:spPr>
        <p:txBody>
          <a:bodyPr wrap="square" lIns="0" rIns="0" tIns="0" bIns="0" anchor="ctr">
            <a:spAutoFit/>
          </a:bodyPr>
          <a:lstStyle/>
          <a:p>
            <a:pPr algn="ctr" rtl="1"/>
            <a:r>
              <a:rPr sz="5322" b="1" lang="he-IL">
                <a:solidFill>
                  <a:srgbClr val="000000"/>
                </a:solidFill>
                <a:latin typeface="Frank Ruhl Libre"/>
                <a:cs typeface="Frank Ruhl Libre"/>
              </a:rPr>
              <a:t>שירת</a:t>
            </a:r>
          </a:p>
        </p:txBody>
      </p:sp>
      <p:sp>
        <p:nvSpPr>
          <p:cNvPr id="63" name="הבקשות"/>
          <p:cNvSpPr txBox="1"/>
          <p:nvPr/>
        </p:nvSpPr>
        <p:spPr>
          <a:xfrm>
            <a:off x="856926" y="2028060"/>
            <a:ext cx="5846146" cy="1066397"/>
          </a:xfrm>
          <a:prstGeom prst="rect">
            <a:avLst/>
          </a:prstGeom>
          <a:noFill/>
        </p:spPr>
        <p:txBody>
          <a:bodyPr wrap="square" lIns="0" rIns="0" tIns="0" bIns="0" anchor="ctr">
            <a:spAutoFit/>
          </a:bodyPr>
          <a:lstStyle/>
          <a:p>
            <a:pPr algn="ctr" rtl="1"/>
            <a:r>
              <a:rPr sz="8021" b="1" lang="he-IL">
                <a:solidFill>
                  <a:srgbClr val="000000"/>
                </a:solidFill>
                <a:latin typeface="Frank Ruhl Libre"/>
                <a:cs typeface="Frank Ruhl Libre"/>
              </a:rPr>
              <a:t>הבקשות</a:t>
            </a:r>
          </a:p>
        </p:txBody>
      </p:sp>
      <p:sp>
        <p:nvSpPr>
          <p:cNvPr id="64" name="5"/>
          <p:cNvSpPr txBox="1"/>
          <p:nvPr/>
        </p:nvSpPr>
        <p:spPr>
          <a:xfrm>
            <a:off x="3046851" y="2875465"/>
            <a:ext cx="952141" cy="999748"/>
          </a:xfrm>
          <a:prstGeom prst="rect">
            <a:avLst/>
          </a:prstGeom>
          <a:noFill/>
        </p:spPr>
        <p:txBody>
          <a:bodyPr wrap="square" lIns="0" rIns="0" tIns="0" bIns="0" anchor="ctr">
            <a:spAutoFit/>
          </a:bodyPr>
          <a:lstStyle/>
          <a:p>
            <a:pPr algn="ctr" rtl="1"/>
            <a:r>
              <a:rPr sz="7497" b="1" lang="he-IL">
                <a:solidFill>
                  <a:srgbClr val="000000"/>
                </a:solidFill>
                <a:latin typeface="Frank Ruhl Libre"/>
                <a:cs typeface="Frank Ruhl Libre"/>
              </a:rPr>
              <a:t>5</a:t>
            </a:r>
          </a:p>
        </p:txBody>
      </p:sp>
      <p:sp>
        <p:nvSpPr>
          <p:cNvPr id="65" name="שנה"/>
          <p:cNvSpPr txBox="1"/>
          <p:nvPr/>
        </p:nvSpPr>
        <p:spPr>
          <a:xfrm>
            <a:off x="3637178" y="3265843"/>
            <a:ext cx="628413" cy="361813"/>
          </a:xfrm>
          <a:prstGeom prst="rect">
            <a:avLst/>
          </a:prstGeom>
          <a:noFill/>
        </p:spPr>
        <p:txBody>
          <a:bodyPr wrap="square" lIns="0" rIns="0" tIns="0" bIns="0" anchor="ctr">
            <a:spAutoFit/>
          </a:bodyPr>
          <a:lstStyle/>
          <a:p>
            <a:pPr algn="ctr" rtl="1"/>
            <a:r>
              <a:rPr sz="2099" b="0" lang="he-IL">
                <a:solidFill>
                  <a:srgbClr val="000000"/>
                </a:solidFill>
                <a:latin typeface="Frank Ruhl Libre"/>
                <a:cs typeface="Frank Ruhl Libre"/>
              </a:rPr>
              <a:t>שנה</a:t>
            </a:r>
          </a:p>
        </p:txBody>
      </p:sp>
      <p:sp>
        <p:nvSpPr>
          <p:cNvPr id="66" name="ליל שבת"/>
          <p:cNvSpPr txBox="1"/>
          <p:nvPr/>
        </p:nvSpPr>
        <p:spPr>
          <a:xfrm>
            <a:off x="3979949" y="4417934"/>
            <a:ext cx="2332745" cy="304685"/>
          </a:xfrm>
          <a:prstGeom prst="rect">
            <a:avLst/>
          </a:prstGeom>
          <a:noFill/>
        </p:spPr>
        <p:txBody>
          <a:bodyPr wrap="square" lIns="0" rIns="0" tIns="0" bIns="0" anchor="ctr">
            <a:spAutoFit/>
          </a:bodyPr>
          <a:lstStyle/>
          <a:p>
            <a:pPr algn="ctr" rtl="1"/>
            <a:r>
              <a:rPr sz="1649" b="0" lang="he-IL">
                <a:solidFill>
                  <a:srgbClr val="000000"/>
                </a:solidFill>
                <a:latin typeface="Heebo"/>
                <a:cs typeface="Heebo"/>
              </a:rPr>
              <a:t>ליל שבת</a:t>
            </a:r>
          </a:p>
        </p:txBody>
      </p:sp>
      <p:sp>
        <p:nvSpPr>
          <p:cNvPr id="67" name="פרשת לך לך"/>
          <p:cNvSpPr txBox="1"/>
          <p:nvPr/>
        </p:nvSpPr>
        <p:spPr>
          <a:xfrm>
            <a:off x="3979949" y="4713098"/>
            <a:ext cx="2332745" cy="609370"/>
          </a:xfrm>
          <a:prstGeom prst="rect">
            <a:avLst/>
          </a:prstGeom>
          <a:noFill/>
        </p:spPr>
        <p:txBody>
          <a:bodyPr wrap="square" lIns="0" rIns="0" tIns="0" bIns="0" anchor="ctr">
            <a:spAutoFit/>
          </a:bodyPr>
          <a:lstStyle/>
          <a:p>
            <a:pPr algn="ctr" rtl="1"/>
            <a:r>
              <a:rPr sz="3673" b="1" lang="he-IL">
                <a:solidFill>
                  <a:srgbClr val="000000"/>
                </a:solidFill>
                <a:latin typeface="Frank Ruhl Libre"/>
                <a:cs typeface="Frank Ruhl Libre"/>
              </a:rPr>
              <a:t>פרשת לך לך</a:t>
            </a:r>
          </a:p>
        </p:txBody>
      </p:sp>
      <p:sp>
        <p:nvSpPr>
          <p:cNvPr id="68" name="בשעה"/>
          <p:cNvSpPr txBox="1"/>
          <p:nvPr/>
        </p:nvSpPr>
        <p:spPr>
          <a:xfrm>
            <a:off x="1247304" y="4417934"/>
            <a:ext cx="2332745" cy="304685"/>
          </a:xfrm>
          <a:prstGeom prst="rect">
            <a:avLst/>
          </a:prstGeom>
          <a:noFill/>
        </p:spPr>
        <p:txBody>
          <a:bodyPr wrap="square" lIns="0" rIns="0" tIns="0" bIns="0" anchor="ctr">
            <a:spAutoFit/>
          </a:bodyPr>
          <a:lstStyle/>
          <a:p>
            <a:pPr algn="ctr" rtl="1"/>
            <a:r>
              <a:rPr sz="1649" b="0" lang="he-IL">
                <a:solidFill>
                  <a:srgbClr val="000000"/>
                </a:solidFill>
                <a:latin typeface="Heebo"/>
                <a:cs typeface="Heebo"/>
              </a:rPr>
              <a:t>בשעה</a:t>
            </a:r>
          </a:p>
        </p:txBody>
      </p:sp>
      <p:sp>
        <p:nvSpPr>
          <p:cNvPr id="69" name="20:30"/>
          <p:cNvSpPr txBox="1"/>
          <p:nvPr/>
        </p:nvSpPr>
        <p:spPr>
          <a:xfrm>
            <a:off x="1247304" y="4722619"/>
            <a:ext cx="2332745" cy="609370"/>
          </a:xfrm>
          <a:prstGeom prst="rect">
            <a:avLst/>
          </a:prstGeom>
          <a:noFill/>
        </p:spPr>
        <p:txBody>
          <a:bodyPr wrap="square" lIns="0" rIns="0" tIns="0" bIns="0" anchor="ctr">
            <a:spAutoFit/>
          </a:bodyPr>
          <a:lstStyle/>
          <a:p>
            <a:pPr algn="ctr" rtl="1"/>
            <a:r>
              <a:rPr sz="5098" b="1" lang="he-IL">
                <a:solidFill>
                  <a:srgbClr val="000000"/>
                </a:solidFill>
                <a:latin typeface="Frank Ruhl Libre"/>
                <a:cs typeface="Frank Ruhl Libre"/>
              </a:rPr>
              <a:t>20:30</a:t>
            </a:r>
          </a:p>
        </p:txBody>
      </p:sp>
      <p:sp>
        <p:nvSpPr>
          <p:cNvPr id="70" name="בית הכנסת"/>
          <p:cNvSpPr txBox="1"/>
          <p:nvPr/>
        </p:nvSpPr>
        <p:spPr>
          <a:xfrm>
            <a:off x="1066397" y="5674760"/>
            <a:ext cx="5427204" cy="342770"/>
          </a:xfrm>
          <a:prstGeom prst="rect">
            <a:avLst/>
          </a:prstGeom>
          <a:noFill/>
        </p:spPr>
        <p:txBody>
          <a:bodyPr wrap="square" lIns="0" rIns="0" tIns="0" bIns="0" anchor="ctr">
            <a:spAutoFit/>
          </a:bodyPr>
          <a:lstStyle/>
          <a:p>
            <a:pPr algn="ctr" rtl="1"/>
            <a:r>
              <a:rPr sz="1724" b="0" lang="he-IL">
                <a:solidFill>
                  <a:srgbClr val="000000"/>
                </a:solidFill>
                <a:latin typeface="Heebo"/>
                <a:cs typeface="Heebo"/>
              </a:rPr>
              <a:t>בית הכנסת</a:t>
            </a:r>
          </a:p>
        </p:txBody>
      </p:sp>
      <p:sp>
        <p:nvSpPr>
          <p:cNvPr id="71" name="אוצרות חיים"/>
          <p:cNvSpPr txBox="1"/>
          <p:nvPr/>
        </p:nvSpPr>
        <p:spPr>
          <a:xfrm>
            <a:off x="904534" y="6093702"/>
            <a:ext cx="5750931" cy="837884"/>
          </a:xfrm>
          <a:prstGeom prst="rect">
            <a:avLst/>
          </a:prstGeom>
          <a:noFill/>
        </p:spPr>
        <p:txBody>
          <a:bodyPr wrap="square" lIns="0" rIns="0" tIns="0" bIns="0" anchor="ctr">
            <a:spAutoFit/>
          </a:bodyPr>
          <a:lstStyle/>
          <a:p>
            <a:pPr algn="ctr" rtl="1"/>
            <a:r>
              <a:rPr sz="5322" b="1" lang="he-IL">
                <a:solidFill>
                  <a:srgbClr val="000000"/>
                </a:solidFill>
                <a:latin typeface="Frank Ruhl Libre"/>
                <a:cs typeface="Frank Ruhl Libre"/>
              </a:rPr>
              <a:t>אוצרות חיים</a:t>
            </a:r>
          </a:p>
        </p:txBody>
      </p:sp>
      <p:sp>
        <p:nvSpPr>
          <p:cNvPr id="72" name="רח׳ רבי יהודה הנשיא 20, פתח תקווה"/>
          <p:cNvSpPr txBox="1"/>
          <p:nvPr/>
        </p:nvSpPr>
        <p:spPr>
          <a:xfrm>
            <a:off x="1066397" y="7017279"/>
            <a:ext cx="5427204" cy="380856"/>
          </a:xfrm>
          <a:prstGeom prst="rect">
            <a:avLst/>
          </a:prstGeom>
          <a:noFill/>
        </p:spPr>
        <p:txBody>
          <a:bodyPr wrap="square" lIns="0" rIns="0" tIns="0" bIns="0" anchor="ctr">
            <a:spAutoFit/>
          </a:bodyPr>
          <a:lstStyle/>
          <a:p>
            <a:pPr algn="ctr" rtl="1"/>
            <a:r>
              <a:rPr sz="2024" b="0" lang="he-IL">
                <a:solidFill>
                  <a:srgbClr val="000000"/>
                </a:solidFill>
                <a:latin typeface="Heebo"/>
                <a:cs typeface="Heebo"/>
              </a:rPr>
              <a:t>רח׳ רבי יהודה הנשיא 20, פתח תקווה</a:t>
            </a:r>
          </a:p>
        </p:txBody>
      </p:sp>
      <p:sp>
        <p:nvSpPr>
          <p:cNvPr id="73" name="דברי תורה"/>
          <p:cNvSpPr txBox="1"/>
          <p:nvPr/>
        </p:nvSpPr>
        <p:spPr>
          <a:xfrm>
            <a:off x="1447254" y="7798035"/>
            <a:ext cx="4665491" cy="323727"/>
          </a:xfrm>
          <a:prstGeom prst="rect">
            <a:avLst/>
          </a:prstGeom>
          <a:noFill/>
        </p:spPr>
        <p:txBody>
          <a:bodyPr wrap="square" lIns="0" rIns="0" tIns="0" bIns="0" anchor="ctr">
            <a:spAutoFit/>
          </a:bodyPr>
          <a:lstStyle/>
          <a:p>
            <a:pPr algn="ctr" rtl="1"/>
            <a:r>
              <a:rPr sz="1649" b="0" lang="he-IL">
                <a:solidFill>
                  <a:srgbClr val="000000"/>
                </a:solidFill>
                <a:latin typeface="Heebo"/>
                <a:cs typeface="Heebo"/>
              </a:rPr>
              <a:t>דברי תורה</a:t>
            </a:r>
          </a:p>
        </p:txBody>
      </p:sp>
      <p:sp>
        <p:nvSpPr>
          <p:cNvPr id="74" name="הרב יוסף עיני"/>
          <p:cNvSpPr txBox="1"/>
          <p:nvPr/>
        </p:nvSpPr>
        <p:spPr>
          <a:xfrm>
            <a:off x="1447254" y="8178891"/>
            <a:ext cx="4665491" cy="552241"/>
          </a:xfrm>
          <a:prstGeom prst="rect">
            <a:avLst/>
          </a:prstGeom>
          <a:noFill/>
        </p:spPr>
        <p:txBody>
          <a:bodyPr wrap="square" lIns="0" rIns="0" tIns="0" bIns="0" anchor="ctr">
            <a:spAutoFit/>
          </a:bodyPr>
          <a:lstStyle/>
          <a:p>
            <a:pPr algn="ctr" rtl="1"/>
            <a:r>
              <a:rPr sz="3223" b="1" lang="he-IL">
                <a:solidFill>
                  <a:srgbClr val="000000"/>
                </a:solidFill>
                <a:latin typeface="Frank Ruhl Libre"/>
                <a:cs typeface="Frank Ruhl Libre"/>
              </a:rPr>
              <a:t>הרב יוסף עיני</a:t>
            </a:r>
          </a:p>
        </p:txBody>
      </p:sp>
      <p:sp>
        <p:nvSpPr>
          <p:cNvPr id="75" name="עם פייטנים וחזנים"/>
          <p:cNvSpPr txBox="1"/>
          <p:nvPr/>
        </p:nvSpPr>
        <p:spPr>
          <a:xfrm>
            <a:off x="1447254" y="8883476"/>
            <a:ext cx="4665491" cy="380856"/>
          </a:xfrm>
          <a:prstGeom prst="rect">
            <a:avLst/>
          </a:prstGeom>
          <a:noFill/>
        </p:spPr>
        <p:txBody>
          <a:bodyPr wrap="square" lIns="0" rIns="0" tIns="0" bIns="0" anchor="ctr">
            <a:spAutoFit/>
          </a:bodyPr>
          <a:lstStyle/>
          <a:p>
            <a:pPr algn="ctr" rtl="1"/>
            <a:r>
              <a:rPr sz="1949" b="0" lang="he-IL">
                <a:solidFill>
                  <a:srgbClr val="000000"/>
                </a:solidFill>
                <a:latin typeface="Heebo"/>
                <a:cs typeface="Heebo"/>
              </a:rPr>
              <a:t>עם פייטנים וחזנים</a:t>
            </a:r>
          </a:p>
        </p:txBody>
      </p:sp>
      <p:sp>
        <p:nvSpPr>
          <p:cNvPr id="76" name="כיבוד קל"/>
          <p:cNvSpPr txBox="1"/>
          <p:nvPr/>
        </p:nvSpPr>
        <p:spPr>
          <a:xfrm>
            <a:off x="1447254" y="9378589"/>
            <a:ext cx="4665491" cy="323727"/>
          </a:xfrm>
          <a:prstGeom prst="rect">
            <a:avLst/>
          </a:prstGeom>
          <a:noFill/>
        </p:spPr>
        <p:txBody>
          <a:bodyPr wrap="square" lIns="0" rIns="0" tIns="0" bIns="0" anchor="ctr">
            <a:spAutoFit/>
          </a:bodyPr>
          <a:lstStyle/>
          <a:p>
            <a:pPr algn="ctr" rtl="1"/>
            <a:r>
              <a:rPr sz="1649" b="0" lang="he-IL">
                <a:solidFill>
                  <a:srgbClr val="000000"/>
                </a:solidFill>
                <a:latin typeface="Heebo"/>
                <a:cs typeface="Heebo"/>
              </a:rPr>
              <a:t>כיבוד קל</a:t>
            </a:r>
          </a:p>
        </p:txBody>
      </p:sp>
      <p:pic>
        <p:nvPicPr>
          <p:cNvPr id="77" name="Picture 76" descr="whatsapp-qr.png"/>
          <p:cNvPicPr>
            <a:picLocks noChangeAspect="1"/>
          </p:cNvPicPr>
          <p:nvPr/>
        </p:nvPicPr>
        <p:blipFill>
          <a:blip r:embed="rId3"/>
          <a:stretch>
            <a:fillRect/>
          </a:stretch>
        </p:blipFill>
        <p:spPr>
          <a:xfrm>
            <a:off x="1504382" y="9273853"/>
            <a:ext cx="837884" cy="837884"/>
          </a:xfrm>
          <a:prstGeom prst="rect">
            <a:avLst/>
          </a:prstGeom>
        </p:spPr>
      </p:pic>
      <p:sp>
        <p:nvSpPr>
          <p:cNvPr id="78" name="וואטסאפ לעדכונים"/>
          <p:cNvSpPr txBox="1"/>
          <p:nvPr/>
        </p:nvSpPr>
        <p:spPr>
          <a:xfrm>
            <a:off x="1304433" y="10168866"/>
            <a:ext cx="1237783" cy="228513"/>
          </a:xfrm>
          <a:prstGeom prst="rect">
            <a:avLst/>
          </a:prstGeom>
          <a:noFill/>
        </p:spPr>
        <p:txBody>
          <a:bodyPr wrap="square" lIns="0" rIns="0" tIns="0" bIns="0" anchor="ctr">
            <a:spAutoFit/>
          </a:bodyPr>
          <a:lstStyle/>
          <a:p>
            <a:pPr algn="ctr" rtl="1"/>
            <a:r>
              <a:rPr sz="899" b="0" lang="he-IL">
                <a:solidFill>
                  <a:srgbClr val="000000"/>
                </a:solidFill>
                <a:latin typeface="Heebo"/>
                <a:cs typeface="Heebo"/>
              </a:rPr>
              <a:t>וואטסאפ לעדכונים</a:t>
            </a:r>
          </a:p>
        </p:txBody>
      </p:sp>
      <p:sp>
        <p:nvSpPr>
          <p:cNvPr id="79" name="לעילוי נשמת מנחם יעקב בן מונירה ז״ל • ארי ציון בן שמחה ז״ל"/>
          <p:cNvSpPr txBox="1"/>
          <p:nvPr/>
        </p:nvSpPr>
        <p:spPr>
          <a:xfrm>
            <a:off x="418942" y="10454508"/>
            <a:ext cx="6722115" cy="161863"/>
          </a:xfrm>
          <a:prstGeom prst="rect">
            <a:avLst/>
          </a:prstGeom>
          <a:noFill/>
        </p:spPr>
        <p:txBody>
          <a:bodyPr wrap="square" lIns="0" rIns="0" tIns="0" bIns="0" anchor="ctr">
            <a:spAutoFit/>
          </a:bodyPr>
          <a:lstStyle/>
          <a:p>
            <a:pPr algn="ctr" rtl="1"/>
            <a:r>
              <a:rPr sz="749" b="0" lang="he-IL">
                <a:solidFill>
                  <a:srgbClr val="000000"/>
                </a:solidFill>
                <a:latin typeface="Heebo"/>
                <a:cs typeface="Heebo"/>
              </a:rPr>
              <a:t>לעילוי נשמת מנחם יעקב בן מונירה ז״ל • ארי ציון בן שמחה ז״ל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