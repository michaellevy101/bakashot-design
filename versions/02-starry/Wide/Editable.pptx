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2088" cy="425367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עדכון שבועי: ערכו את תיבות הטקסט של השנה, הפרשה, השעה, המקום, הכתובת ושם הרב. אפשר להחליף את השורה ״עם פייטני הקהילה״ בשם הפייטן, או להשאיר אותה ללא שם. כל תיבות הטקסט ניתנות לעריכה. האיור ברקע הוא תמונה נפרדת. קוד הוואטסאפ נלקח מהכרזה המקורית. הגופנים Frank Ruhl Libre ו-Heebo מצורפים בתיקיית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6ED"/>
        </a:solidFill>
        <a:effectLst/>
      </p:bgPr>
    </p:bg>
    <p:spTree>
      <p:nvGrpSpPr>
        <p:cNvPr id="1" name=""/>
        <p:cNvGrpSpPr/>
        <p:nvPr/>
      </p:nvGrpSpPr>
      <p:grpSpPr/>
      <p:pic>
        <p:nvPicPr>
          <p:cNvPr id="2" name="Picture 1" descr="Bakashot-background-WhatsApp.png"/>
          <p:cNvPicPr>
            <a:picLocks noChangeAspect="1"/>
          </p:cNvPicPr>
          <p:nvPr/>
        </p:nvPicPr>
        <p:blipFill>
          <a:blip r:embed="rId2"/>
          <a:stretch>
            <a:fillRect/>
          </a:stretch>
        </p:blipFill>
        <p:spPr>
          <a:xfrm>
            <a:off x="0" y="0"/>
            <a:ext cx="7562088" cy="4253674"/>
          </a:xfrm>
          <a:prstGeom prst="rect">
            <a:avLst/>
          </a:prstGeom>
        </p:spPr>
      </p:pic>
      <p:pic>
        <p:nvPicPr>
          <p:cNvPr id="3" name="Picture 2" descr="oud-photo.png"/>
          <p:cNvPicPr>
            <a:picLocks noChangeAspect="1"/>
          </p:cNvPicPr>
          <p:nvPr/>
        </p:nvPicPr>
        <p:blipFill>
          <a:blip r:embed="rId3"/>
          <a:stretch>
            <a:fillRect/>
          </a:stretch>
        </p:blipFill>
        <p:spPr>
          <a:xfrm>
            <a:off x="3857236" y="1619086"/>
            <a:ext cx="1190505" cy="1990524"/>
          </a:xfrm>
          <a:prstGeom prst="rect">
            <a:avLst/>
          </a:prstGeom>
        </p:spPr>
      </p:pic>
      <p:sp>
        <p:nvSpPr>
          <p:cNvPr id="4" name="בס״ד"/>
          <p:cNvSpPr txBox="1"/>
          <p:nvPr/>
        </p:nvSpPr>
        <p:spPr>
          <a:xfrm>
            <a:off x="6790640" y="152384"/>
            <a:ext cx="552394" cy="161908"/>
          </a:xfrm>
          <a:prstGeom prst="rect">
            <a:avLst/>
          </a:prstGeom>
          <a:noFill/>
        </p:spPr>
        <p:txBody>
          <a:bodyPr wrap="square" lIns="0" rIns="0" tIns="0" bIns="0" anchor="ctr">
            <a:spAutoFit/>
          </a:bodyPr>
          <a:lstStyle/>
          <a:p>
            <a:pPr algn="ctr" rtl="1"/>
            <a:r>
              <a:rPr sz="749" b="0" lang="he-IL">
                <a:solidFill>
                  <a:srgbClr val="D9C6AB"/>
                </a:solidFill>
                <a:latin typeface="Heebo"/>
                <a:cs typeface="Heebo"/>
              </a:rPr>
              <a:t>בס״ד</a:t>
            </a:r>
          </a:p>
        </p:txBody>
      </p:sp>
      <p:sp>
        <p:nvSpPr>
          <p:cNvPr id="5" name="שירת"/>
          <p:cNvSpPr txBox="1"/>
          <p:nvPr/>
        </p:nvSpPr>
        <p:spPr>
          <a:xfrm>
            <a:off x="4038193" y="904783"/>
            <a:ext cx="3142933" cy="590490"/>
          </a:xfrm>
          <a:prstGeom prst="rect">
            <a:avLst/>
          </a:prstGeom>
          <a:noFill/>
        </p:spPr>
        <p:txBody>
          <a:bodyPr wrap="square" lIns="0" rIns="0" tIns="0" bIns="0" anchor="ctr">
            <a:spAutoFit/>
          </a:bodyPr>
          <a:lstStyle/>
          <a:p>
            <a:pPr algn="ctr" rtl="1"/>
            <a:r>
              <a:rPr sz="3674" b="0" lang="he-IL">
                <a:solidFill>
                  <a:srgbClr val="FBF6ED"/>
                </a:solidFill>
                <a:latin typeface="Frank Ruhl Libre"/>
                <a:cs typeface="Frank Ruhl Libre"/>
              </a:rPr>
              <a:t>שירת</a:t>
            </a:r>
          </a:p>
        </p:txBody>
      </p:sp>
      <p:sp>
        <p:nvSpPr>
          <p:cNvPr id="6" name="הבקשות"/>
          <p:cNvSpPr txBox="1"/>
          <p:nvPr/>
        </p:nvSpPr>
        <p:spPr>
          <a:xfrm>
            <a:off x="4038193" y="1476226"/>
            <a:ext cx="3142933" cy="828591"/>
          </a:xfrm>
          <a:prstGeom prst="rect">
            <a:avLst/>
          </a:prstGeom>
          <a:noFill/>
        </p:spPr>
        <p:txBody>
          <a:bodyPr wrap="square" lIns="0" rIns="0" tIns="0" bIns="0" anchor="ctr">
            <a:spAutoFit/>
          </a:bodyPr>
          <a:lstStyle/>
          <a:p>
            <a:pPr algn="ctr" rtl="1"/>
            <a:r>
              <a:rPr sz="4949" b="0" lang="he-IL">
                <a:solidFill>
                  <a:srgbClr val="FBF6ED"/>
                </a:solidFill>
                <a:latin typeface="Frank Ruhl Libre"/>
                <a:cs typeface="Frank Ruhl Libre"/>
              </a:rPr>
              <a:t>הבקשות</a:t>
            </a:r>
          </a:p>
        </p:txBody>
      </p:sp>
      <p:sp>
        <p:nvSpPr>
          <p:cNvPr id="7" name="5"/>
          <p:cNvSpPr txBox="1"/>
          <p:nvPr/>
        </p:nvSpPr>
        <p:spPr>
          <a:xfrm>
            <a:off x="5047741" y="2542918"/>
            <a:ext cx="800019" cy="895259"/>
          </a:xfrm>
          <a:prstGeom prst="rect">
            <a:avLst/>
          </a:prstGeom>
          <a:noFill/>
        </p:spPr>
        <p:txBody>
          <a:bodyPr wrap="square" lIns="0" rIns="0" tIns="0" bIns="0" anchor="ctr">
            <a:spAutoFit/>
          </a:bodyPr>
          <a:lstStyle/>
          <a:p>
            <a:pPr algn="ctr" rtl="1"/>
            <a:r>
              <a:rPr sz="6149" b="1" lang="he-IL">
                <a:solidFill>
                  <a:srgbClr val="F0D5A0"/>
                </a:solidFill>
                <a:latin typeface="Frank Ruhl Libre"/>
                <a:cs typeface="Frank Ruhl Libre"/>
              </a:rPr>
              <a:t>5</a:t>
            </a:r>
          </a:p>
        </p:txBody>
      </p:sp>
      <p:sp>
        <p:nvSpPr>
          <p:cNvPr id="8" name="שנה"/>
          <p:cNvSpPr txBox="1"/>
          <p:nvPr/>
        </p:nvSpPr>
        <p:spPr>
          <a:xfrm>
            <a:off x="5600135" y="2981024"/>
            <a:ext cx="476202" cy="304769"/>
          </a:xfrm>
          <a:prstGeom prst="rect">
            <a:avLst/>
          </a:prstGeom>
          <a:noFill/>
        </p:spPr>
        <p:txBody>
          <a:bodyPr wrap="square" lIns="0" rIns="0" tIns="0" bIns="0" anchor="ctr">
            <a:spAutoFit/>
          </a:bodyPr>
          <a:lstStyle/>
          <a:p>
            <a:pPr algn="ctr" rtl="1"/>
            <a:r>
              <a:rPr sz="1799" b="0" lang="he-IL">
                <a:solidFill>
                  <a:srgbClr val="F0D5A0"/>
                </a:solidFill>
                <a:latin typeface="Frank Ruhl Libre"/>
                <a:cs typeface="Frank Ruhl Libre"/>
              </a:rPr>
              <a:t>שנה</a:t>
            </a:r>
          </a:p>
        </p:txBody>
      </p:sp>
      <p:sp>
        <p:nvSpPr>
          <p:cNvPr id="9" name="ליל שבת"/>
          <p:cNvSpPr txBox="1"/>
          <p:nvPr/>
        </p:nvSpPr>
        <p:spPr>
          <a:xfrm>
            <a:off x="2171481" y="438105"/>
            <a:ext cx="1609562" cy="266673"/>
          </a:xfrm>
          <a:prstGeom prst="rect">
            <a:avLst/>
          </a:prstGeom>
          <a:noFill/>
        </p:spPr>
        <p:txBody>
          <a:bodyPr wrap="square" lIns="0" rIns="0" tIns="0" bIns="0" anchor="ctr">
            <a:spAutoFit/>
          </a:bodyPr>
          <a:lstStyle/>
          <a:p>
            <a:pPr algn="ctr" rtl="1"/>
            <a:r>
              <a:rPr sz="1274" b="0" lang="he-IL">
                <a:solidFill>
                  <a:srgbClr val="162E39"/>
                </a:solidFill>
                <a:latin typeface="Heebo"/>
                <a:cs typeface="Heebo"/>
              </a:rPr>
              <a:t>ליל שבת</a:t>
            </a:r>
          </a:p>
        </p:txBody>
      </p:sp>
      <p:sp>
        <p:nvSpPr>
          <p:cNvPr id="10" name="פרשת לך לך"/>
          <p:cNvSpPr txBox="1"/>
          <p:nvPr/>
        </p:nvSpPr>
        <p:spPr>
          <a:xfrm>
            <a:off x="2171481" y="752399"/>
            <a:ext cx="1609562" cy="457153"/>
          </a:xfrm>
          <a:prstGeom prst="rect">
            <a:avLst/>
          </a:prstGeom>
          <a:noFill/>
        </p:spPr>
        <p:txBody>
          <a:bodyPr wrap="square" lIns="0" rIns="0" tIns="0" bIns="0" anchor="ctr">
            <a:spAutoFit/>
          </a:bodyPr>
          <a:lstStyle/>
          <a:p>
            <a:pPr algn="ctr" rtl="1"/>
            <a:r>
              <a:rPr sz="2624" b="1" lang="he-IL">
                <a:solidFill>
                  <a:srgbClr val="162E39"/>
                </a:solidFill>
                <a:latin typeface="Frank Ruhl Libre"/>
                <a:cs typeface="Frank Ruhl Libre"/>
              </a:rPr>
              <a:t>פרשת לך לך</a:t>
            </a:r>
          </a:p>
        </p:txBody>
      </p:sp>
      <p:sp>
        <p:nvSpPr>
          <p:cNvPr id="11" name="בשעה"/>
          <p:cNvSpPr txBox="1"/>
          <p:nvPr/>
        </p:nvSpPr>
        <p:spPr>
          <a:xfrm>
            <a:off x="428581" y="438105"/>
            <a:ext cx="1609562" cy="266673"/>
          </a:xfrm>
          <a:prstGeom prst="rect">
            <a:avLst/>
          </a:prstGeom>
          <a:noFill/>
        </p:spPr>
        <p:txBody>
          <a:bodyPr wrap="square" lIns="0" rIns="0" tIns="0" bIns="0" anchor="ctr">
            <a:spAutoFit/>
          </a:bodyPr>
          <a:lstStyle/>
          <a:p>
            <a:pPr algn="ctr" rtl="1"/>
            <a:r>
              <a:rPr sz="1274" b="0" lang="he-IL">
                <a:solidFill>
                  <a:srgbClr val="162E39"/>
                </a:solidFill>
                <a:latin typeface="Heebo"/>
                <a:cs typeface="Heebo"/>
              </a:rPr>
              <a:t>בשעה</a:t>
            </a:r>
          </a:p>
        </p:txBody>
      </p:sp>
      <p:sp>
        <p:nvSpPr>
          <p:cNvPr id="12" name="20:30"/>
          <p:cNvSpPr txBox="1"/>
          <p:nvPr/>
        </p:nvSpPr>
        <p:spPr>
          <a:xfrm>
            <a:off x="428581" y="761923"/>
            <a:ext cx="1609562" cy="457153"/>
          </a:xfrm>
          <a:prstGeom prst="rect">
            <a:avLst/>
          </a:prstGeom>
          <a:noFill/>
        </p:spPr>
        <p:txBody>
          <a:bodyPr wrap="square" lIns="0" rIns="0" tIns="0" bIns="0" anchor="ctr">
            <a:spAutoFit/>
          </a:bodyPr>
          <a:lstStyle/>
          <a:p>
            <a:pPr algn="ctr" rtl="1"/>
            <a:r>
              <a:rPr sz="3674" b="1" lang="he-IL">
                <a:solidFill>
                  <a:srgbClr val="162E39"/>
                </a:solidFill>
                <a:latin typeface="Frank Ruhl Libre"/>
                <a:cs typeface="Frank Ruhl Libre"/>
              </a:rPr>
              <a:t>20:30</a:t>
            </a:r>
          </a:p>
        </p:txBody>
      </p:sp>
      <p:sp>
        <p:nvSpPr>
          <p:cNvPr id="13" name="בית הכנסת"/>
          <p:cNvSpPr txBox="1"/>
          <p:nvPr/>
        </p:nvSpPr>
        <p:spPr>
          <a:xfrm>
            <a:off x="380961" y="1485750"/>
            <a:ext cx="3447702" cy="238101"/>
          </a:xfrm>
          <a:prstGeom prst="rect">
            <a:avLst/>
          </a:prstGeom>
          <a:noFill/>
        </p:spPr>
        <p:txBody>
          <a:bodyPr wrap="square" lIns="0" rIns="0" tIns="0" bIns="0" anchor="ctr">
            <a:spAutoFit/>
          </a:bodyPr>
          <a:lstStyle/>
          <a:p>
            <a:pPr algn="ctr" rtl="1"/>
            <a:r>
              <a:rPr sz="1199" b="0" lang="he-IL">
                <a:solidFill>
                  <a:srgbClr val="D9C6AB"/>
                </a:solidFill>
                <a:latin typeface="Heebo"/>
                <a:cs typeface="Heebo"/>
              </a:rPr>
              <a:t>בית הכנסת</a:t>
            </a:r>
          </a:p>
        </p:txBody>
      </p:sp>
      <p:sp>
        <p:nvSpPr>
          <p:cNvPr id="14" name="אוצרות חיים"/>
          <p:cNvSpPr txBox="1"/>
          <p:nvPr/>
        </p:nvSpPr>
        <p:spPr>
          <a:xfrm>
            <a:off x="380961" y="1695279"/>
            <a:ext cx="3447702" cy="590490"/>
          </a:xfrm>
          <a:prstGeom prst="rect">
            <a:avLst/>
          </a:prstGeom>
          <a:noFill/>
        </p:spPr>
        <p:txBody>
          <a:bodyPr wrap="square" lIns="0" rIns="0" tIns="0" bIns="0" anchor="ctr">
            <a:spAutoFit/>
          </a:bodyPr>
          <a:lstStyle/>
          <a:p>
            <a:pPr algn="ctr" rtl="1"/>
            <a:r>
              <a:rPr sz="3524" b="1" lang="he-IL">
                <a:solidFill>
                  <a:srgbClr val="F0D5A0"/>
                </a:solidFill>
                <a:latin typeface="Frank Ruhl Libre"/>
                <a:cs typeface="Frank Ruhl Libre"/>
              </a:rPr>
              <a:t>אוצרות חיים</a:t>
            </a:r>
          </a:p>
        </p:txBody>
      </p:sp>
      <p:sp>
        <p:nvSpPr>
          <p:cNvPr id="15" name="רח׳ רבי יהודה הנשיא 20, פתח תקווה"/>
          <p:cNvSpPr txBox="1"/>
          <p:nvPr/>
        </p:nvSpPr>
        <p:spPr>
          <a:xfrm>
            <a:off x="380961" y="2257197"/>
            <a:ext cx="3447702" cy="285721"/>
          </a:xfrm>
          <a:prstGeom prst="rect">
            <a:avLst/>
          </a:prstGeom>
          <a:noFill/>
        </p:spPr>
        <p:txBody>
          <a:bodyPr wrap="square" lIns="0" rIns="0" tIns="0" bIns="0" anchor="ctr">
            <a:spAutoFit/>
          </a:bodyPr>
          <a:lstStyle/>
          <a:p>
            <a:pPr algn="ctr" rtl="1"/>
            <a:r>
              <a:rPr sz="1349" b="0" lang="he-IL">
                <a:solidFill>
                  <a:srgbClr val="FBF6ED"/>
                </a:solidFill>
                <a:latin typeface="Heebo"/>
                <a:cs typeface="Heebo"/>
              </a:rPr>
              <a:t>רח׳ רבי יהודה הנשיא 20, פתח תקווה</a:t>
            </a:r>
          </a:p>
        </p:txBody>
      </p:sp>
      <p:sp>
        <p:nvSpPr>
          <p:cNvPr id="16" name="עם פייטנים וחזנים"/>
          <p:cNvSpPr txBox="1"/>
          <p:nvPr/>
        </p:nvSpPr>
        <p:spPr>
          <a:xfrm>
            <a:off x="380961" y="2761971"/>
            <a:ext cx="3447702" cy="333341"/>
          </a:xfrm>
          <a:prstGeom prst="rect">
            <a:avLst/>
          </a:prstGeom>
          <a:noFill/>
        </p:spPr>
        <p:txBody>
          <a:bodyPr wrap="square" lIns="0" rIns="0" tIns="0" bIns="0" anchor="ctr">
            <a:spAutoFit/>
          </a:bodyPr>
          <a:lstStyle/>
          <a:p>
            <a:pPr algn="ctr" rtl="1"/>
            <a:r>
              <a:rPr sz="1649" b="0" lang="he-IL">
                <a:solidFill>
                  <a:srgbClr val="FBF6ED"/>
                </a:solidFill>
                <a:latin typeface="Heebo"/>
                <a:cs typeface="Heebo"/>
              </a:rPr>
              <a:t>עם פייטנים וחזנים</a:t>
            </a:r>
          </a:p>
        </p:txBody>
      </p:sp>
      <p:sp>
        <p:nvSpPr>
          <p:cNvPr id="17" name="דברי תורה"/>
          <p:cNvSpPr txBox="1"/>
          <p:nvPr/>
        </p:nvSpPr>
        <p:spPr>
          <a:xfrm>
            <a:off x="380961" y="3133409"/>
            <a:ext cx="3447702" cy="238101"/>
          </a:xfrm>
          <a:prstGeom prst="rect">
            <a:avLst/>
          </a:prstGeom>
          <a:noFill/>
        </p:spPr>
        <p:txBody>
          <a:bodyPr wrap="square" lIns="0" rIns="0" tIns="0" bIns="0" anchor="ctr">
            <a:spAutoFit/>
          </a:bodyPr>
          <a:lstStyle/>
          <a:p>
            <a:pPr algn="ctr" rtl="1"/>
            <a:r>
              <a:rPr sz="1199" b="0" lang="he-IL">
                <a:solidFill>
                  <a:srgbClr val="D9C6AB"/>
                </a:solidFill>
                <a:latin typeface="Heebo"/>
                <a:cs typeface="Heebo"/>
              </a:rPr>
              <a:t>דברי תורה</a:t>
            </a:r>
          </a:p>
        </p:txBody>
      </p:sp>
      <p:sp>
        <p:nvSpPr>
          <p:cNvPr id="18" name="הרב יוסף עיני"/>
          <p:cNvSpPr txBox="1"/>
          <p:nvPr/>
        </p:nvSpPr>
        <p:spPr>
          <a:xfrm>
            <a:off x="380961" y="3361986"/>
            <a:ext cx="3447702" cy="438105"/>
          </a:xfrm>
          <a:prstGeom prst="rect">
            <a:avLst/>
          </a:prstGeom>
          <a:noFill/>
        </p:spPr>
        <p:txBody>
          <a:bodyPr wrap="square" lIns="0" rIns="0" tIns="0" bIns="0" anchor="ctr">
            <a:spAutoFit/>
          </a:bodyPr>
          <a:lstStyle/>
          <a:p>
            <a:pPr algn="ctr" rtl="1"/>
            <a:r>
              <a:rPr sz="2474" b="1" lang="he-IL">
                <a:solidFill>
                  <a:srgbClr val="FBF6ED"/>
                </a:solidFill>
                <a:latin typeface="Frank Ruhl Libre"/>
                <a:cs typeface="Frank Ruhl Libre"/>
              </a:rPr>
              <a:t>הרב יוסף עיני</a:t>
            </a:r>
          </a:p>
        </p:txBody>
      </p:sp>
      <p:sp>
        <p:nvSpPr>
          <p:cNvPr id="19" name="כיבוד קל"/>
          <p:cNvSpPr txBox="1"/>
          <p:nvPr/>
        </p:nvSpPr>
        <p:spPr>
          <a:xfrm>
            <a:off x="380961" y="3800092"/>
            <a:ext cx="3447702" cy="257149"/>
          </a:xfrm>
          <a:prstGeom prst="rect">
            <a:avLst/>
          </a:prstGeom>
          <a:noFill/>
        </p:spPr>
        <p:txBody>
          <a:bodyPr wrap="square" lIns="0" rIns="0" tIns="0" bIns="0" anchor="ctr">
            <a:spAutoFit/>
          </a:bodyPr>
          <a:lstStyle/>
          <a:p>
            <a:pPr algn="ctr" rtl="1"/>
            <a:r>
              <a:rPr sz="1199" b="0" lang="he-IL">
                <a:solidFill>
                  <a:srgbClr val="D9C6AB"/>
                </a:solidFill>
                <a:latin typeface="Heebo"/>
                <a:cs typeface="Heebo"/>
              </a:rPr>
              <a:t>כיבוד קל</a:t>
            </a:r>
          </a:p>
        </p:txBody>
      </p:sp>
      <p:pic>
        <p:nvPicPr>
          <p:cNvPr id="20" name="Picture 19" descr="whatsapp-qr.png"/>
          <p:cNvPicPr>
            <a:picLocks noChangeAspect="1"/>
          </p:cNvPicPr>
          <p:nvPr/>
        </p:nvPicPr>
        <p:blipFill>
          <a:blip r:embed="rId4"/>
          <a:stretch>
            <a:fillRect/>
          </a:stretch>
        </p:blipFill>
        <p:spPr>
          <a:xfrm>
            <a:off x="6723972" y="3371510"/>
            <a:ext cx="457153" cy="457153"/>
          </a:xfrm>
          <a:prstGeom prst="rect">
            <a:avLst/>
          </a:prstGeom>
        </p:spPr>
      </p:pic>
      <p:sp>
        <p:nvSpPr>
          <p:cNvPr id="21" name="וואטסאפ לעדכונים"/>
          <p:cNvSpPr txBox="1"/>
          <p:nvPr/>
        </p:nvSpPr>
        <p:spPr>
          <a:xfrm>
            <a:off x="6523967" y="3876284"/>
            <a:ext cx="857163" cy="142860"/>
          </a:xfrm>
          <a:prstGeom prst="rect">
            <a:avLst/>
          </a:prstGeom>
          <a:noFill/>
        </p:spPr>
        <p:txBody>
          <a:bodyPr wrap="square" lIns="0" rIns="0" tIns="0" bIns="0" anchor="ctr">
            <a:spAutoFit/>
          </a:bodyPr>
          <a:lstStyle/>
          <a:p>
            <a:pPr algn="ctr" rtl="1"/>
            <a:r>
              <a:rPr sz="674" b="0" lang="he-IL">
                <a:solidFill>
                  <a:srgbClr val="D9C6AB"/>
                </a:solidFill>
                <a:latin typeface="Heebo"/>
                <a:cs typeface="Heebo"/>
              </a:rPr>
              <a:t>וואטסאפ לעדכונים</a:t>
            </a:r>
          </a:p>
        </p:txBody>
      </p:sp>
      <p:sp>
        <p:nvSpPr>
          <p:cNvPr id="22" name="לעילוי נשמת מנחם יעקב בן מונירה ז״ל • ארי ציון בן שמחה ז״ל"/>
          <p:cNvSpPr txBox="1"/>
          <p:nvPr/>
        </p:nvSpPr>
        <p:spPr>
          <a:xfrm>
            <a:off x="419057" y="4123909"/>
            <a:ext cx="6723972" cy="114288"/>
          </a:xfrm>
          <a:prstGeom prst="rect">
            <a:avLst/>
          </a:prstGeom>
          <a:noFill/>
        </p:spPr>
        <p:txBody>
          <a:bodyPr wrap="square" lIns="0" rIns="0" tIns="0" bIns="0" anchor="ctr">
            <a:spAutoFit/>
          </a:bodyPr>
          <a:lstStyle/>
          <a:p>
            <a:pPr algn="ctr" rtl="1"/>
            <a:r>
              <a:rPr sz="524" b="0" lang="he-IL">
                <a:solidFill>
                  <a:srgbClr val="D9C6AB"/>
                </a:solidFill>
                <a:latin typeface="Heebo"/>
                <a:cs typeface="Heebo"/>
              </a:rPr>
              <a:t>לעילוי נשמת מנחם יעקב בן מונירה ז״ל • ארי ציון בן שמחה ז״ל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