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 dt="2026-10-12T21:16:23.1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6/11/relationships/changesInfo" Target="changesInfos/changesInfo1.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מיכאל לוי" userId="35b9683d5abd3fb3" providerId="Windows Live" clId="Web-{00000000-0000-0000-0000-000000000000}"/>
    <pc:docChg chg="modSld">
      <pc:chgData name="מיכאל לוי" userId="35b9683d5abd3fb3" providerId="Windows Live" clId="Web-{00000000-0000-0000-0000-000000000000}" dt="2026-10-12T21:16:23.110" v="0" actId="1076"/>
      <pc:docMkLst>
        <pc:docMk/>
      </pc:docMkLst>
      <pc:sldChg chg="modSp">
        <pc:chgData name="מיכאל לוי" userId="35b9683d5abd3fb3" providerId="Windows Live" clId="Web-{00000000-0000-0000-0000-000000000000}" dt="2026-10-12T21:16:23.110" v="0" actId="1076"/>
        <pc:sldMkLst>
          <pc:docMk/>
          <pc:sldMk cId="0" sldId="256"/>
        </pc:sldMkLst>
        <pc:spChg chg="mod">
          <ac:chgData name="מיכאל לוי" userId="35b9683d5abd3fb3" providerId="Windows Live" clId="Web-{00000000-0000-0000-0000-000000000000}" dt="2026-10-12T21:16:23.110" v="0" actId="1076"/>
          <ac:spMkLst>
            <pc:docMk/>
            <pc:sldMk cId="0" sldId="256"/>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מציין מיקום של תאריך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A52307D9-F588-4C0D-97FE-5E3F82413A42}" type="datetimeFigureOut">
              <a:t>א'/חשון/תשפ"ז</a:t>
            </a:fld>
            <a:endParaRPr lang="he-IL"/>
          </a:p>
        </p:txBody>
      </p:sp>
      <p:sp>
        <p:nvSpPr>
          <p:cNvPr id="4" name="מציין מיקום של תמונת שקופית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6031522E-783F-42CA-A686-1996456BBF79}" type="slidenum">
              <a:t>‹#›</a:t>
            </a:fld>
            <a:endParaRPr lang="he-IL"/>
          </a:p>
        </p:txBody>
      </p:sp>
    </p:spTree>
    <p:extLst>
      <p:ext uri="{BB962C8B-B14F-4D97-AF65-F5344CB8AC3E}">
        <p14:creationId xmlns:p14="http://schemas.microsoft.com/office/powerpoint/2010/main" val="934372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editing browser copy: replace שם הפרשה and שם הרב. All event text is editable, including the time, venue, address, year, footer, and QR caption. The oud and QR are separate movable, resizable, replaceable pictures. The decorative background remains fixed to prevent accidental moves; update it using the separate background code. Display text uses FrankRuehl and supporting text uses Arial, both Microsoft cloud fonts.</a:t>
            </a:r>
          </a:p>
          <a:p>
            <a:endParaRPr/>
          </a:p>
          <a:p>
            <a:r>
              <a:t>Photograph: Oud - MIM PHX</a:t>
            </a:r>
          </a:p>
          <a:p>
            <a:r>
              <a:t>Photographer: Frank Kovalchek</a:t>
            </a:r>
          </a:p>
          <a:p>
            <a:r>
              <a:t>Source: https://commons.wikimedia.org/wiki/File:Oud_-_MIM_PHX.jpg</a:t>
            </a:r>
          </a:p>
          <a:p>
            <a:r>
              <a:t>Original source: https://www.flickr.com/photos/72213316@N00/14351824475/</a:t>
            </a:r>
          </a:p>
          <a:p>
            <a:r>
              <a:t>License: Creative Commons Attribution 2.0</a:t>
            </a:r>
          </a:p>
          <a:p>
            <a:r>
              <a:t>License URL: https://creativecommons.org/licenses/by/2.0/</a:t>
            </a:r>
          </a:p>
          <a:p>
            <a:endParaRPr/>
          </a:p>
          <a:p>
            <a:r>
              <a:t>Changes: background removed, cropped, resized, and optionally converted to</a:t>
            </a:r>
          </a:p>
          <a:p>
            <a:r>
              <a:t>grayscale. The photograph is used as a separately attributed visual element.</a:t>
            </a:r>
          </a:p>
          <a:p>
            <a:r>
              <a:t>The photograph's license does not imply endorsement by the photographer.</a:t>
            </a:r>
          </a:p>
          <a:p>
            <a:endParaRPr/>
          </a:p>
          <a:p>
            <a:r>
              <a:t>Attribution is included in the editable presentation's notes and HTML editor,</a:t>
            </a:r>
          </a:p>
          <a:p>
            <a:r>
              <a:t>outside the poster artwork. When sharing a standalone image or PDF, include</a:t>
            </a:r>
          </a:p>
          <a:p>
            <a:r>
              <a:t>the following credit in its accompanying message or caption:</a:t>
            </a:r>
          </a:p>
          <a:p>
            <a:endParaRPr/>
          </a:p>
          <a:p>
            <a:r>
              <a:t>"Oud - MIM PHX" photograph by Frank Kovalchek, CC BY 2.0.</a:t>
            </a:r>
          </a:p>
          <a:p>
            <a:r>
              <a:t>https://commons.wikimedia.org/wiki/File:Oud_-_MIM_PHX.jpg</a:t>
            </a:r>
          </a:p>
          <a:p>
            <a:r>
              <a:t>https://creativecommons.org/licenses/by/2.0/</a:t>
            </a:r>
          </a:p>
          <a:p>
            <a:r>
              <a:t>Modified: background removed, resized, and grayscale for print.</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6ED"/>
        </a:solidFill>
        <a:effectLst/>
      </p:bgPr>
    </p:bg>
    <p:spTree>
      <p:nvGrpSpPr>
        <p:cNvPr id="1" name=""/>
        <p:cNvGrpSpPr/>
        <p:nvPr/>
      </p:nvGrpSpPr>
      <p:grpSpPr>
        <a:xfrm>
          <a:off x="0" y="0"/>
          <a:ext cx="0" cy="0"/>
          <a:chOff x="0" y="0"/>
          <a:chExt cx="0" cy="0"/>
        </a:xfrm>
      </p:grpSpPr>
      <p:pic>
        <p:nvPicPr>
          <p:cNvPr id="2" name="Decorative background - fixed; edit using the background code" descr="Bakashot-background-A4.png"/>
          <p:cNvPicPr>
            <a:picLocks noSelect="1" noChangeAspect="1" noMove="1" noResize="1"/>
          </p:cNvPicPr>
          <p:nvPr/>
        </p:nvPicPr>
        <p:blipFill>
          <a:blip r:embed="rId6"/>
          <a:stretch>
            <a:fillRect/>
          </a:stretch>
        </p:blipFill>
        <p:spPr>
          <a:xfrm>
            <a:off x="0" y="0"/>
            <a:ext cx="7560000" cy="10692000"/>
          </a:xfrm>
          <a:prstGeom prst="rect">
            <a:avLst/>
          </a:prstGeom>
        </p:spPr>
      </p:pic>
      <p:pic>
        <p:nvPicPr>
          <p:cNvPr id="3" name="Picture 2" descr="oud-photo.png"/>
          <p:cNvPicPr>
            <a:picLocks noChangeAspect="1"/>
          </p:cNvPicPr>
          <p:nvPr/>
        </p:nvPicPr>
        <p:blipFill>
          <a:blip r:embed="rId4"/>
          <a:stretch>
            <a:fillRect/>
          </a:stretch>
        </p:blipFill>
        <p:spPr>
          <a:xfrm>
            <a:off x="5134893" y="6380187"/>
            <a:ext cx="2273256" cy="3942483"/>
          </a:xfrm>
          <a:prstGeom prst="rect">
            <a:avLst/>
          </a:prstGeom>
        </p:spPr>
      </p:pic>
      <p:sp>
        <p:nvSpPr>
          <p:cNvPr id="4" name="בס״ד"/>
          <p:cNvSpPr txBox="1"/>
          <p:nvPr/>
        </p:nvSpPr>
        <p:spPr>
          <a:xfrm>
            <a:off x="6436473" y="257078"/>
            <a:ext cx="666498" cy="180906"/>
          </a:xfrm>
          <a:prstGeom prst="rect">
            <a:avLst/>
          </a:prstGeom>
          <a:noFill/>
        </p:spPr>
        <p:txBody>
          <a:bodyPr wrap="none" lIns="0" tIns="0" rIns="0" bIns="0" anchor="ctr">
            <a:spAutoFit/>
          </a:bodyPr>
          <a:lstStyle/>
          <a:p>
            <a:pPr algn="ctr" rtl="1">
              <a:lnSpc>
                <a:spcPct val="100000"/>
              </a:lnSpc>
              <a:defRPr lang="he-IL" sz="899" b="0">
                <a:solidFill>
                  <a:srgbClr val="D9C6AB"/>
                </a:solidFill>
                <a:latin typeface="Arial"/>
                <a:cs typeface="Arial"/>
              </a:defRPr>
            </a:pPr>
            <a:r>
              <a:rPr lang="he-IL" sz="899" b="0">
                <a:solidFill>
                  <a:srgbClr val="D9C6AB"/>
                </a:solidFill>
                <a:latin typeface="Arial"/>
                <a:cs typeface="Arial"/>
              </a:rPr>
              <a:t>בס״ד</a:t>
            </a:r>
            <a:endParaRPr lang="he-IL" sz="899" b="0">
              <a:solidFill>
                <a:srgbClr val="D9C6AB"/>
              </a:solidFill>
              <a:latin typeface="Arial"/>
              <a:cs typeface="Arial"/>
            </a:endParaRPr>
          </a:p>
        </p:txBody>
      </p:sp>
      <p:sp>
        <p:nvSpPr>
          <p:cNvPr id="5" name="שירת"/>
          <p:cNvSpPr txBox="1"/>
          <p:nvPr/>
        </p:nvSpPr>
        <p:spPr>
          <a:xfrm>
            <a:off x="1047355" y="1266347"/>
            <a:ext cx="5465289" cy="809319"/>
          </a:xfrm>
          <a:prstGeom prst="rect">
            <a:avLst/>
          </a:prstGeom>
          <a:noFill/>
        </p:spPr>
        <p:txBody>
          <a:bodyPr wrap="none" lIns="0" tIns="0" rIns="0" bIns="0" anchor="ctr">
            <a:spAutoFit/>
          </a:bodyPr>
          <a:lstStyle/>
          <a:p>
            <a:pPr algn="ctr" rtl="1">
              <a:lnSpc>
                <a:spcPct val="100000"/>
              </a:lnSpc>
              <a:defRPr lang="he-IL" sz="5322" b="1">
                <a:solidFill>
                  <a:srgbClr val="FBF6ED"/>
                </a:solidFill>
                <a:latin typeface="FrankRuehl"/>
                <a:cs typeface="FrankRuehl"/>
              </a:defRPr>
            </a:pPr>
            <a:r>
              <a:rPr lang="he-IL" sz="5322" b="1">
                <a:solidFill>
                  <a:srgbClr val="FBF6ED"/>
                </a:solidFill>
                <a:latin typeface="FrankRuehl"/>
                <a:cs typeface="FrankRuehl"/>
              </a:rPr>
              <a:t>שירת</a:t>
            </a:r>
            <a:endParaRPr lang="he-IL" sz="5322" b="1">
              <a:solidFill>
                <a:srgbClr val="FBF6ED"/>
              </a:solidFill>
              <a:latin typeface="FrankRuehl"/>
              <a:cs typeface="FrankRuehl"/>
            </a:endParaRPr>
          </a:p>
        </p:txBody>
      </p:sp>
      <p:sp>
        <p:nvSpPr>
          <p:cNvPr id="6" name="הבקשות"/>
          <p:cNvSpPr txBox="1"/>
          <p:nvPr/>
        </p:nvSpPr>
        <p:spPr>
          <a:xfrm>
            <a:off x="856926" y="2028060"/>
            <a:ext cx="5846146" cy="1066397"/>
          </a:xfrm>
          <a:prstGeom prst="rect">
            <a:avLst/>
          </a:prstGeom>
          <a:noFill/>
        </p:spPr>
        <p:txBody>
          <a:bodyPr wrap="none" lIns="0" tIns="0" rIns="0" bIns="0" anchor="ctr">
            <a:spAutoFit/>
          </a:bodyPr>
          <a:lstStyle/>
          <a:p>
            <a:pPr algn="ctr" rtl="1">
              <a:lnSpc>
                <a:spcPct val="100000"/>
              </a:lnSpc>
              <a:defRPr lang="he-IL" sz="8021" b="1">
                <a:solidFill>
                  <a:srgbClr val="FBF6ED"/>
                </a:solidFill>
                <a:latin typeface="FrankRuehl"/>
                <a:cs typeface="FrankRuehl"/>
              </a:defRPr>
            </a:pPr>
            <a:r>
              <a:rPr lang="he-IL" sz="8021" b="1">
                <a:solidFill>
                  <a:srgbClr val="FBF6ED"/>
                </a:solidFill>
                <a:latin typeface="FrankRuehl"/>
                <a:cs typeface="FrankRuehl"/>
              </a:rPr>
              <a:t>הבקשות</a:t>
            </a:r>
            <a:endParaRPr lang="he-IL" sz="8021" b="1">
              <a:solidFill>
                <a:srgbClr val="FBF6ED"/>
              </a:solidFill>
              <a:latin typeface="FrankRuehl"/>
              <a:cs typeface="FrankRuehl"/>
            </a:endParaRPr>
          </a:p>
        </p:txBody>
      </p:sp>
      <p:sp>
        <p:nvSpPr>
          <p:cNvPr id="7" name="5"/>
          <p:cNvSpPr txBox="1"/>
          <p:nvPr/>
        </p:nvSpPr>
        <p:spPr>
          <a:xfrm>
            <a:off x="3046851" y="2875465"/>
            <a:ext cx="952141" cy="999748"/>
          </a:xfrm>
          <a:prstGeom prst="rect">
            <a:avLst/>
          </a:prstGeom>
          <a:noFill/>
        </p:spPr>
        <p:txBody>
          <a:bodyPr wrap="none" lIns="0" tIns="0" rIns="0" bIns="0" anchor="ctr">
            <a:spAutoFit/>
          </a:bodyPr>
          <a:lstStyle/>
          <a:p>
            <a:pPr algn="ctr" rtl="1">
              <a:lnSpc>
                <a:spcPct val="100000"/>
              </a:lnSpc>
              <a:defRPr lang="he-IL" sz="7497" b="1">
                <a:solidFill>
                  <a:srgbClr val="F0D5A0"/>
                </a:solidFill>
                <a:latin typeface="FrankRuehl"/>
                <a:cs typeface="FrankRuehl"/>
              </a:defRPr>
            </a:pPr>
            <a:r>
              <a:rPr lang="he-IL" sz="7497" b="1">
                <a:solidFill>
                  <a:srgbClr val="F0D5A0"/>
                </a:solidFill>
                <a:latin typeface="FrankRuehl"/>
                <a:cs typeface="FrankRuehl"/>
              </a:rPr>
              <a:t>5</a:t>
            </a:r>
            <a:endParaRPr lang="he-IL" sz="7497" b="1">
              <a:solidFill>
                <a:srgbClr val="F0D5A0"/>
              </a:solidFill>
              <a:latin typeface="FrankRuehl"/>
              <a:cs typeface="FrankRuehl"/>
            </a:endParaRPr>
          </a:p>
        </p:txBody>
      </p:sp>
      <p:sp>
        <p:nvSpPr>
          <p:cNvPr id="8" name="שנה"/>
          <p:cNvSpPr txBox="1"/>
          <p:nvPr/>
        </p:nvSpPr>
        <p:spPr>
          <a:xfrm>
            <a:off x="3637178" y="3265843"/>
            <a:ext cx="628413" cy="361813"/>
          </a:xfrm>
          <a:prstGeom prst="rect">
            <a:avLst/>
          </a:prstGeom>
          <a:noFill/>
        </p:spPr>
        <p:txBody>
          <a:bodyPr wrap="none" lIns="0" tIns="0" rIns="0" bIns="0" anchor="ctr">
            <a:spAutoFit/>
          </a:bodyPr>
          <a:lstStyle/>
          <a:p>
            <a:pPr algn="ctr" rtl="1">
              <a:lnSpc>
                <a:spcPct val="100000"/>
              </a:lnSpc>
              <a:defRPr lang="he-IL" sz="2099" b="0">
                <a:solidFill>
                  <a:srgbClr val="F0D5A0"/>
                </a:solidFill>
                <a:latin typeface="FrankRuehl"/>
                <a:cs typeface="FrankRuehl"/>
              </a:defRPr>
            </a:pPr>
            <a:r>
              <a:rPr lang="he-IL" sz="2099" b="0">
                <a:solidFill>
                  <a:srgbClr val="F0D5A0"/>
                </a:solidFill>
                <a:latin typeface="FrankRuehl"/>
                <a:cs typeface="FrankRuehl"/>
              </a:rPr>
              <a:t>שנה</a:t>
            </a:r>
            <a:endParaRPr lang="he-IL" sz="2099" b="0">
              <a:solidFill>
                <a:srgbClr val="F0D5A0"/>
              </a:solidFill>
              <a:latin typeface="FrankRuehl"/>
              <a:cs typeface="FrankRuehl"/>
            </a:endParaRPr>
          </a:p>
        </p:txBody>
      </p:sp>
      <p:sp>
        <p:nvSpPr>
          <p:cNvPr id="9" name="ליל שבת"/>
          <p:cNvSpPr txBox="1"/>
          <p:nvPr/>
        </p:nvSpPr>
        <p:spPr>
          <a:xfrm>
            <a:off x="3979949" y="4417934"/>
            <a:ext cx="2332745" cy="304685"/>
          </a:xfrm>
          <a:prstGeom prst="rect">
            <a:avLst/>
          </a:prstGeom>
          <a:noFill/>
        </p:spPr>
        <p:txBody>
          <a:bodyPr wrap="none" lIns="0" tIns="0" rIns="0" bIns="0" anchor="ctr">
            <a:spAutoFit/>
          </a:bodyPr>
          <a:lstStyle/>
          <a:p>
            <a:pPr algn="ctr" rtl="1">
              <a:lnSpc>
                <a:spcPct val="100000"/>
              </a:lnSpc>
              <a:defRPr lang="he-IL" sz="1649" b="0">
                <a:solidFill>
                  <a:srgbClr val="162E39"/>
                </a:solidFill>
                <a:latin typeface="Arial"/>
                <a:cs typeface="Arial"/>
              </a:defRPr>
            </a:pPr>
            <a:r>
              <a:rPr lang="he-IL" sz="1649" b="0">
                <a:solidFill>
                  <a:srgbClr val="162E39"/>
                </a:solidFill>
                <a:latin typeface="Arial"/>
                <a:cs typeface="Arial"/>
              </a:rPr>
              <a:t>ליל שבת • פרשת</a:t>
            </a:r>
            <a:endParaRPr lang="he-IL" sz="1649" b="0">
              <a:solidFill>
                <a:srgbClr val="162E39"/>
              </a:solidFill>
              <a:latin typeface="Arial"/>
              <a:cs typeface="Arial"/>
            </a:endParaRPr>
          </a:p>
        </p:txBody>
      </p:sp>
      <p:sp>
        <p:nvSpPr>
          <p:cNvPr id="10" name="parashah"/>
          <p:cNvSpPr txBox="1"/>
          <p:nvPr/>
        </p:nvSpPr>
        <p:spPr>
          <a:xfrm>
            <a:off x="3979949" y="4713098"/>
            <a:ext cx="2332745" cy="609370"/>
          </a:xfrm>
          <a:prstGeom prst="rect">
            <a:avLst/>
          </a:prstGeom>
          <a:noFill/>
        </p:spPr>
        <p:txBody>
          <a:bodyPr wrap="none" lIns="0" tIns="0" rIns="0" bIns="0" anchor="ctr">
            <a:spAutoFit/>
          </a:bodyPr>
          <a:lstStyle/>
          <a:p>
            <a:pPr algn="ctr" rtl="1">
              <a:lnSpc>
                <a:spcPct val="100000"/>
              </a:lnSpc>
              <a:defRPr lang="he-IL" sz="5152" b="1">
                <a:solidFill>
                  <a:srgbClr val="162E39"/>
                </a:solidFill>
                <a:latin typeface="FrankRuehl"/>
                <a:cs typeface="FrankRuehl"/>
              </a:defRPr>
            </a:pPr>
            <a:r>
              <a:rPr lang="he-IL" sz="5152" b="1">
                <a:solidFill>
                  <a:srgbClr val="162E39"/>
                </a:solidFill>
                <a:latin typeface="FrankRuehl"/>
                <a:cs typeface="FrankRuehl"/>
              </a:rPr>
              <a:t>שם הפרשה</a:t>
            </a:r>
            <a:endParaRPr lang="he-IL" sz="5152" b="1">
              <a:solidFill>
                <a:srgbClr val="162E39"/>
              </a:solidFill>
              <a:latin typeface="FrankRuehl"/>
              <a:cs typeface="FrankRuehl"/>
            </a:endParaRPr>
          </a:p>
        </p:txBody>
      </p:sp>
      <p:sp>
        <p:nvSpPr>
          <p:cNvPr id="11" name="בשעה"/>
          <p:cNvSpPr txBox="1"/>
          <p:nvPr/>
        </p:nvSpPr>
        <p:spPr>
          <a:xfrm>
            <a:off x="1247304" y="4417934"/>
            <a:ext cx="2332745" cy="304685"/>
          </a:xfrm>
          <a:prstGeom prst="rect">
            <a:avLst/>
          </a:prstGeom>
          <a:noFill/>
        </p:spPr>
        <p:txBody>
          <a:bodyPr wrap="none" lIns="0" tIns="0" rIns="0" bIns="0" anchor="ctr">
            <a:spAutoFit/>
          </a:bodyPr>
          <a:lstStyle/>
          <a:p>
            <a:pPr algn="ctr" rtl="1">
              <a:lnSpc>
                <a:spcPct val="100000"/>
              </a:lnSpc>
              <a:defRPr lang="he-IL" sz="1649" b="0">
                <a:solidFill>
                  <a:srgbClr val="162E39"/>
                </a:solidFill>
                <a:latin typeface="Arial"/>
                <a:cs typeface="Arial"/>
              </a:defRPr>
            </a:pPr>
            <a:r>
              <a:rPr lang="he-IL" sz="1649" b="0">
                <a:solidFill>
                  <a:srgbClr val="162E39"/>
                </a:solidFill>
                <a:latin typeface="Arial"/>
                <a:cs typeface="Arial"/>
              </a:rPr>
              <a:t>בשעה</a:t>
            </a:r>
            <a:endParaRPr lang="he-IL" sz="1649" b="0">
              <a:solidFill>
                <a:srgbClr val="162E39"/>
              </a:solidFill>
              <a:latin typeface="Arial"/>
              <a:cs typeface="Arial"/>
            </a:endParaRPr>
          </a:p>
        </p:txBody>
      </p:sp>
      <p:sp>
        <p:nvSpPr>
          <p:cNvPr id="12" name="20:30"/>
          <p:cNvSpPr txBox="1"/>
          <p:nvPr/>
        </p:nvSpPr>
        <p:spPr>
          <a:xfrm>
            <a:off x="1247304" y="4722619"/>
            <a:ext cx="2332745" cy="609370"/>
          </a:xfrm>
          <a:prstGeom prst="rect">
            <a:avLst/>
          </a:prstGeom>
          <a:noFill/>
        </p:spPr>
        <p:txBody>
          <a:bodyPr wrap="none" lIns="0" tIns="0" rIns="0" bIns="0" anchor="ctr">
            <a:spAutoFit/>
          </a:bodyPr>
          <a:lstStyle/>
          <a:p>
            <a:pPr algn="ctr" rtl="1">
              <a:lnSpc>
                <a:spcPct val="100000"/>
              </a:lnSpc>
              <a:defRPr lang="he-IL" sz="5098" b="1">
                <a:solidFill>
                  <a:srgbClr val="162E39"/>
                </a:solidFill>
                <a:latin typeface="FrankRuehl"/>
                <a:cs typeface="FrankRuehl"/>
              </a:defRPr>
            </a:pPr>
            <a:r>
              <a:rPr lang="he-IL" sz="5098" b="1">
                <a:solidFill>
                  <a:srgbClr val="162E39"/>
                </a:solidFill>
                <a:latin typeface="FrankRuehl"/>
                <a:cs typeface="FrankRuehl"/>
              </a:rPr>
              <a:t>20:30</a:t>
            </a:r>
            <a:endParaRPr lang="he-IL" sz="5098" b="1">
              <a:solidFill>
                <a:srgbClr val="162E39"/>
              </a:solidFill>
              <a:latin typeface="FrankRuehl"/>
              <a:cs typeface="FrankRuehl"/>
            </a:endParaRPr>
          </a:p>
        </p:txBody>
      </p:sp>
      <p:sp>
        <p:nvSpPr>
          <p:cNvPr id="13" name="בית הכנסת"/>
          <p:cNvSpPr txBox="1"/>
          <p:nvPr/>
        </p:nvSpPr>
        <p:spPr>
          <a:xfrm>
            <a:off x="1066352" y="5607870"/>
            <a:ext cx="5426971" cy="447487"/>
          </a:xfrm>
          <a:prstGeom prst="rect">
            <a:avLst/>
          </a:prstGeom>
          <a:noFill/>
        </p:spPr>
        <p:txBody>
          <a:bodyPr wrap="none" lIns="0" tIns="0" rIns="0" bIns="0" anchor="ctr">
            <a:spAutoFit/>
          </a:bodyPr>
          <a:lstStyle/>
          <a:p>
            <a:pPr algn="ctr" rtl="1">
              <a:lnSpc>
                <a:spcPct val="100000"/>
              </a:lnSpc>
              <a:defRPr lang="he-IL" sz="2623" b="0">
                <a:solidFill>
                  <a:srgbClr val="D9C6AB"/>
                </a:solidFill>
                <a:latin typeface="Arial"/>
                <a:cs typeface="Arial"/>
              </a:defRPr>
            </a:pPr>
            <a:r>
              <a:rPr lang="he-IL" sz="2623" b="0">
                <a:solidFill>
                  <a:srgbClr val="D9C6AB"/>
                </a:solidFill>
                <a:latin typeface="Arial"/>
                <a:cs typeface="Arial"/>
              </a:rPr>
              <a:t>בית הכנסת</a:t>
            </a:r>
            <a:endParaRPr lang="he-IL" sz="2623" b="0">
              <a:solidFill>
                <a:srgbClr val="D9C6AB"/>
              </a:solidFill>
              <a:latin typeface="Arial"/>
              <a:cs typeface="Arial"/>
            </a:endParaRPr>
          </a:p>
        </p:txBody>
      </p:sp>
      <p:sp>
        <p:nvSpPr>
          <p:cNvPr id="14" name="אוצרות חיים"/>
          <p:cNvSpPr txBox="1"/>
          <p:nvPr/>
        </p:nvSpPr>
        <p:spPr>
          <a:xfrm>
            <a:off x="904534" y="6093702"/>
            <a:ext cx="5750931" cy="837884"/>
          </a:xfrm>
          <a:prstGeom prst="rect">
            <a:avLst/>
          </a:prstGeom>
          <a:noFill/>
        </p:spPr>
        <p:txBody>
          <a:bodyPr wrap="none" lIns="0" tIns="0" rIns="0" bIns="0" anchor="ctr">
            <a:spAutoFit/>
          </a:bodyPr>
          <a:lstStyle/>
          <a:p>
            <a:pPr algn="ctr" rtl="1">
              <a:lnSpc>
                <a:spcPct val="100000"/>
              </a:lnSpc>
              <a:defRPr lang="he-IL" sz="5322" b="1">
                <a:solidFill>
                  <a:srgbClr val="F0D5A0"/>
                </a:solidFill>
                <a:latin typeface="FrankRuehl"/>
                <a:cs typeface="FrankRuehl"/>
              </a:defRPr>
            </a:pPr>
            <a:r>
              <a:rPr lang="he-IL" sz="5322" b="1">
                <a:solidFill>
                  <a:srgbClr val="F0D5A0"/>
                </a:solidFill>
                <a:latin typeface="FrankRuehl"/>
                <a:cs typeface="FrankRuehl"/>
              </a:rPr>
              <a:t>אוצרות חיים</a:t>
            </a:r>
            <a:endParaRPr lang="he-IL" sz="5322" b="1">
              <a:solidFill>
                <a:srgbClr val="F0D5A0"/>
              </a:solidFill>
              <a:latin typeface="FrankRuehl"/>
              <a:cs typeface="FrankRuehl"/>
            </a:endParaRPr>
          </a:p>
        </p:txBody>
      </p:sp>
      <p:sp>
        <p:nvSpPr>
          <p:cNvPr id="15" name="רבי יהודה הנשיא 20, פתח תקווה"/>
          <p:cNvSpPr txBox="1"/>
          <p:nvPr/>
        </p:nvSpPr>
        <p:spPr>
          <a:xfrm>
            <a:off x="809285" y="6921768"/>
            <a:ext cx="5941105" cy="466529"/>
          </a:xfrm>
          <a:prstGeom prst="rect">
            <a:avLst/>
          </a:prstGeom>
          <a:noFill/>
        </p:spPr>
        <p:txBody>
          <a:bodyPr wrap="none" lIns="0" tIns="0" rIns="0" bIns="0" anchor="ctr">
            <a:spAutoFit/>
          </a:bodyPr>
          <a:lstStyle/>
          <a:p>
            <a:pPr algn="ctr" rtl="1">
              <a:lnSpc>
                <a:spcPct val="100000"/>
              </a:lnSpc>
              <a:defRPr lang="he-IL" sz="2548" b="0">
                <a:solidFill>
                  <a:srgbClr val="FBF6ED"/>
                </a:solidFill>
                <a:latin typeface="Arial"/>
                <a:cs typeface="Arial"/>
              </a:defRPr>
            </a:pPr>
            <a:r>
              <a:rPr lang="he-IL" sz="2548" b="0">
                <a:solidFill>
                  <a:srgbClr val="FBF6ED"/>
                </a:solidFill>
                <a:latin typeface="Arial"/>
                <a:cs typeface="Arial"/>
              </a:rPr>
              <a:t>רבי יהודה הנשיא 20, פתח תקווה</a:t>
            </a:r>
            <a:endParaRPr lang="he-IL" sz="2548" b="0">
              <a:solidFill>
                <a:srgbClr val="FBF6ED"/>
              </a:solidFill>
              <a:latin typeface="Arial"/>
              <a:cs typeface="Arial"/>
            </a:endParaRPr>
          </a:p>
        </p:txBody>
      </p:sp>
      <p:sp>
        <p:nvSpPr>
          <p:cNvPr id="16" name="דברי תורה"/>
          <p:cNvSpPr txBox="1"/>
          <p:nvPr/>
        </p:nvSpPr>
        <p:spPr>
          <a:xfrm>
            <a:off x="1447192" y="7760113"/>
            <a:ext cx="4665291" cy="466529"/>
          </a:xfrm>
          <a:prstGeom prst="rect">
            <a:avLst/>
          </a:prstGeom>
          <a:noFill/>
        </p:spPr>
        <p:txBody>
          <a:bodyPr wrap="none" lIns="0" tIns="0" rIns="0" bIns="0" anchor="ctr">
            <a:spAutoFit/>
          </a:bodyPr>
          <a:lstStyle/>
          <a:p>
            <a:pPr algn="ctr" rtl="1">
              <a:lnSpc>
                <a:spcPct val="100000"/>
              </a:lnSpc>
              <a:defRPr lang="he-IL" sz="2548" b="0">
                <a:solidFill>
                  <a:srgbClr val="D9C6AB"/>
                </a:solidFill>
                <a:latin typeface="Arial"/>
                <a:cs typeface="Arial"/>
              </a:defRPr>
            </a:pPr>
            <a:r>
              <a:rPr lang="he-IL" sz="2548" b="0">
                <a:solidFill>
                  <a:srgbClr val="D9C6AB"/>
                </a:solidFill>
                <a:latin typeface="Arial"/>
                <a:cs typeface="Arial"/>
              </a:rPr>
              <a:t>דברי תורה</a:t>
            </a:r>
            <a:endParaRPr lang="he-IL" sz="2548" b="0">
              <a:solidFill>
                <a:srgbClr val="D9C6AB"/>
              </a:solidFill>
              <a:latin typeface="Arial"/>
              <a:cs typeface="Arial"/>
            </a:endParaRPr>
          </a:p>
        </p:txBody>
      </p:sp>
      <p:sp>
        <p:nvSpPr>
          <p:cNvPr id="17" name="rabbi"/>
          <p:cNvSpPr txBox="1"/>
          <p:nvPr/>
        </p:nvSpPr>
        <p:spPr>
          <a:xfrm>
            <a:off x="1161562" y="8179037"/>
            <a:ext cx="5236551" cy="714075"/>
          </a:xfrm>
          <a:prstGeom prst="rect">
            <a:avLst/>
          </a:prstGeom>
          <a:noFill/>
        </p:spPr>
        <p:txBody>
          <a:bodyPr wrap="none" lIns="0" tIns="0" rIns="0" bIns="0" anchor="ctr">
            <a:spAutoFit/>
          </a:bodyPr>
          <a:lstStyle/>
          <a:p>
            <a:pPr algn="ctr" rtl="1">
              <a:lnSpc>
                <a:spcPct val="100000"/>
              </a:lnSpc>
              <a:defRPr lang="he-IL" sz="4797" b="1">
                <a:solidFill>
                  <a:srgbClr val="FBF6ED"/>
                </a:solidFill>
                <a:latin typeface="FrankRuehl"/>
                <a:cs typeface="FrankRuehl"/>
              </a:defRPr>
            </a:pPr>
            <a:r>
              <a:rPr lang="he-IL" sz="4797" b="1">
                <a:solidFill>
                  <a:srgbClr val="FBF6ED"/>
                </a:solidFill>
                <a:latin typeface="FrankRuehl"/>
                <a:cs typeface="FrankRuehl"/>
              </a:rPr>
              <a:t>שם הרב</a:t>
            </a:r>
            <a:endParaRPr lang="he-IL" sz="4797" b="1">
              <a:solidFill>
                <a:srgbClr val="FBF6ED"/>
              </a:solidFill>
              <a:latin typeface="FrankRuehl"/>
              <a:cs typeface="FrankRuehl"/>
            </a:endParaRPr>
          </a:p>
        </p:txBody>
      </p:sp>
      <p:sp>
        <p:nvSpPr>
          <p:cNvPr id="18" name="עם פייטנים וחזנים"/>
          <p:cNvSpPr txBox="1"/>
          <p:nvPr/>
        </p:nvSpPr>
        <p:spPr>
          <a:xfrm>
            <a:off x="1466493" y="8796410"/>
            <a:ext cx="4665291" cy="552218"/>
          </a:xfrm>
          <a:prstGeom prst="rect">
            <a:avLst/>
          </a:prstGeom>
          <a:noFill/>
        </p:spPr>
        <p:txBody>
          <a:bodyPr wrap="none" lIns="0" tIns="0" rIns="0" bIns="0" anchor="ctr">
            <a:spAutoFit/>
          </a:bodyPr>
          <a:lstStyle/>
          <a:p>
            <a:pPr algn="ctr" rtl="1">
              <a:lnSpc>
                <a:spcPct val="100000"/>
              </a:lnSpc>
              <a:defRPr lang="he-IL" sz="2998" b="0">
                <a:solidFill>
                  <a:srgbClr val="FBF6ED"/>
                </a:solidFill>
                <a:latin typeface="Arial"/>
                <a:cs typeface="Arial"/>
              </a:defRPr>
            </a:pPr>
            <a:r>
              <a:rPr lang="he-IL" sz="2998" b="0">
                <a:solidFill>
                  <a:srgbClr val="FBF6ED"/>
                </a:solidFill>
                <a:latin typeface="Arial"/>
                <a:cs typeface="Arial"/>
              </a:rPr>
              <a:t>עם פייטנים וחזנים</a:t>
            </a:r>
            <a:endParaRPr lang="he-IL" sz="2998" b="0">
              <a:solidFill>
                <a:srgbClr val="FBF6ED"/>
              </a:solidFill>
              <a:latin typeface="Arial"/>
              <a:cs typeface="Arial"/>
            </a:endParaRPr>
          </a:p>
        </p:txBody>
      </p:sp>
      <p:sp>
        <p:nvSpPr>
          <p:cNvPr id="19" name="כיבוד קל"/>
          <p:cNvSpPr txBox="1"/>
          <p:nvPr/>
        </p:nvSpPr>
        <p:spPr>
          <a:xfrm>
            <a:off x="1447192" y="9406749"/>
            <a:ext cx="4665291" cy="466529"/>
          </a:xfrm>
          <a:prstGeom prst="rect">
            <a:avLst/>
          </a:prstGeom>
          <a:noFill/>
        </p:spPr>
        <p:txBody>
          <a:bodyPr wrap="none" lIns="0" tIns="0" rIns="0" bIns="0" anchor="ctr">
            <a:spAutoFit/>
          </a:bodyPr>
          <a:lstStyle/>
          <a:p>
            <a:pPr algn="ctr" rtl="1">
              <a:lnSpc>
                <a:spcPct val="100000"/>
              </a:lnSpc>
              <a:defRPr lang="he-IL" sz="2548" b="0">
                <a:solidFill>
                  <a:srgbClr val="D9C6AB"/>
                </a:solidFill>
                <a:latin typeface="Arial"/>
                <a:cs typeface="Arial"/>
              </a:defRPr>
            </a:pPr>
            <a:r>
              <a:rPr lang="he-IL" sz="2548" b="0">
                <a:solidFill>
                  <a:srgbClr val="D9C6AB"/>
                </a:solidFill>
                <a:latin typeface="Arial"/>
                <a:cs typeface="Arial"/>
              </a:rPr>
              <a:t>כיבוד קל</a:t>
            </a:r>
            <a:endParaRPr lang="he-IL" sz="2548" b="0">
              <a:solidFill>
                <a:srgbClr val="D9C6AB"/>
              </a:solidFill>
              <a:latin typeface="Arial"/>
              <a:cs typeface="Arial"/>
            </a:endParaRPr>
          </a:p>
        </p:txBody>
      </p:sp>
      <p:pic>
        <p:nvPicPr>
          <p:cNvPr id="20" name="Picture 19" descr="whatsapp-qr.png"/>
          <p:cNvPicPr>
            <a:picLocks noChangeAspect="1"/>
          </p:cNvPicPr>
          <p:nvPr/>
        </p:nvPicPr>
        <p:blipFill>
          <a:blip r:embed="rId5"/>
          <a:stretch>
            <a:fillRect/>
          </a:stretch>
        </p:blipFill>
        <p:spPr>
          <a:xfrm>
            <a:off x="1504382" y="9273853"/>
            <a:ext cx="837884" cy="837884"/>
          </a:xfrm>
          <a:prstGeom prst="rect">
            <a:avLst/>
          </a:prstGeom>
        </p:spPr>
      </p:pic>
      <p:sp>
        <p:nvSpPr>
          <p:cNvPr id="21" name="וואטסאפ לעדכונים"/>
          <p:cNvSpPr txBox="1"/>
          <p:nvPr/>
        </p:nvSpPr>
        <p:spPr>
          <a:xfrm>
            <a:off x="1304433" y="10168866"/>
            <a:ext cx="1237783" cy="228513"/>
          </a:xfrm>
          <a:prstGeom prst="rect">
            <a:avLst/>
          </a:prstGeom>
          <a:noFill/>
        </p:spPr>
        <p:txBody>
          <a:bodyPr wrap="none" lIns="0" tIns="0" rIns="0" bIns="0" anchor="ctr">
            <a:spAutoFit/>
          </a:bodyPr>
          <a:lstStyle/>
          <a:p>
            <a:pPr algn="ctr" rtl="1">
              <a:lnSpc>
                <a:spcPct val="100000"/>
              </a:lnSpc>
              <a:defRPr lang="he-IL" sz="899" b="0">
                <a:solidFill>
                  <a:srgbClr val="D9C6AB"/>
                </a:solidFill>
                <a:latin typeface="Arial"/>
                <a:cs typeface="Arial"/>
              </a:defRPr>
            </a:pPr>
            <a:r>
              <a:rPr lang="he-IL" sz="899" b="0">
                <a:solidFill>
                  <a:srgbClr val="D9C6AB"/>
                </a:solidFill>
                <a:latin typeface="Arial"/>
                <a:cs typeface="Arial"/>
              </a:rPr>
              <a:t>וואטסאפ לעדכונים</a:t>
            </a:r>
            <a:endParaRPr lang="he-IL" sz="899" b="0">
              <a:solidFill>
                <a:srgbClr val="D9C6AB"/>
              </a:solidFill>
              <a:latin typeface="Arial"/>
              <a:cs typeface="Arial"/>
            </a:endParaRPr>
          </a:p>
        </p:txBody>
      </p:sp>
      <p:sp>
        <p:nvSpPr>
          <p:cNvPr id="22" name="לעילוי נשמת מנחם יעקב בן מונירה ז״ל • ארי ציון בן שמחה ז״ל"/>
          <p:cNvSpPr txBox="1"/>
          <p:nvPr/>
        </p:nvSpPr>
        <p:spPr>
          <a:xfrm>
            <a:off x="418942" y="10454508"/>
            <a:ext cx="6722115" cy="161863"/>
          </a:xfrm>
          <a:prstGeom prst="rect">
            <a:avLst/>
          </a:prstGeom>
          <a:noFill/>
        </p:spPr>
        <p:txBody>
          <a:bodyPr wrap="none" lIns="0" tIns="0" rIns="0" bIns="0" anchor="ctr">
            <a:spAutoFit/>
          </a:bodyPr>
          <a:lstStyle/>
          <a:p>
            <a:pPr algn="ctr" rtl="1">
              <a:lnSpc>
                <a:spcPct val="100000"/>
              </a:lnSpc>
              <a:defRPr lang="he-IL" sz="749" b="0">
                <a:solidFill>
                  <a:srgbClr val="D9C6AB"/>
                </a:solidFill>
                <a:latin typeface="Arial"/>
                <a:cs typeface="Arial"/>
              </a:defRPr>
            </a:pPr>
            <a:r>
              <a:rPr lang="he-IL" sz="749" b="0">
                <a:solidFill>
                  <a:srgbClr val="D9C6AB"/>
                </a:solidFill>
                <a:latin typeface="Arial"/>
                <a:cs typeface="Arial"/>
              </a:rPr>
              <a:t>לעילוי נשמת מנחם יעקב בן מונירה ז״ל • ארי ציון בן שמחה ז״ל</a:t>
            </a:r>
            <a:endParaRPr lang="he-IL" sz="749" b="0">
              <a:solidFill>
                <a:srgbClr val="D9C6AB"/>
              </a:solidFill>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מותאם אישית</PresentationFormat>
  <Paragraphs>0</Paragraphs>
  <Slides>1</Slides>
  <Notes>1</Notes>
  <HiddenSlides>0</HiddenSlides>
  <MMClips>0</MMClips>
  <ScaleCrop>false</ScaleCrop>
  <HeadingPairs>
    <vt:vector size="4" baseType="variant">
      <vt:variant>
        <vt:lpstr>ערכת נושא</vt:lpstr>
      </vt:variant>
      <vt:variant>
        <vt:i4>1</vt:i4>
      </vt:variant>
      <vt:variant>
        <vt:lpstr>כותרות שקופיות</vt:lpstr>
      </vt:variant>
      <vt:variant>
        <vt:i4>1</vt:i4>
      </vt:variant>
    </vt:vector>
  </HeadingPairs>
  <TitlesOfParts>
    <vt:vector size="2" baseType="lpstr">
      <vt:lpstr>Office Theme</vt:lpstr>
      <vt:lpstr>מצגת של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2</cp:revision>
  <dcterms:created xsi:type="dcterms:W3CDTF">2013-01-27T09:14:16Z</dcterms:created>
  <dcterms:modified xsi:type="dcterms:W3CDTF">2026-10-12T21:16:23Z</dcterms:modified>
  <cp:category/>
</cp:coreProperties>
</file>