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Weekly browser template: only שם הפרשה and שם הרב are editable. All other content is a protected background group. For other changes, use the separate Full-Editable presentation or background source code.</a:t>
            </a:r>
          </a:p>
          <a:p/>
          <a:p>
            <a:r>
              <a:t>Full editing browser copy: replace שם הפרשה and שם הרב. All event text is editable, including the time, venue, address, year, footer, and QR caption. The oud and QR are separate movable, resizable, replaceable pictures. The decorative background remains fixed to prevent accidental moves; update it using the separate background code. Display text uses FrankRuehl and supporting text uses Arial, both Microsoft cloud fonts.</a:t>
            </a:r>
          </a:p>
          <a:p/>
          <a:p>
            <a:r>
              <a:t>Photograph: Oud - MIM PHX</a:t>
            </a:r>
          </a:p>
          <a:p>
            <a:r>
              <a:t>Photographer: Frank Kovalchek</a:t>
            </a:r>
          </a:p>
          <a:p>
            <a:r>
              <a:t>Source: https://commons.wikimedia.org/wiki/File:Oud_-_MIM_PHX.jpg</a:t>
            </a:r>
          </a:p>
          <a:p>
            <a:r>
              <a:t>Original source: https://www.flickr.com/photos/72213316@N00/14351824475/</a:t>
            </a:r>
          </a:p>
          <a:p>
            <a:r>
              <a:t>License: Creative Commons Attribution 2.0</a:t>
            </a:r>
          </a:p>
          <a:p>
            <a:r>
              <a:t>License URL: https://creativecommons.org/licenses/by/2.0/</a:t>
            </a:r>
          </a:p>
          <a:p/>
          <a:p>
            <a:r>
              <a:t>Changes: background removed, cropped, resized, and optionally converted to</a:t>
            </a:r>
          </a:p>
          <a:p>
            <a:r>
              <a:t>grayscale. The photograph is used as a separately attributed visual element.</a:t>
            </a:r>
          </a:p>
          <a:p>
            <a:r>
              <a:t>The photograph's license does not imply endorsement by the photographer.</a:t>
            </a:r>
          </a:p>
          <a:p/>
          <a:p>
            <a:r>
              <a:t>Attribution is included in the editable presentation's notes and HTML editor,</a:t>
            </a:r>
          </a:p>
          <a:p>
            <a:r>
              <a:t>outside the poster artwork. When sharing a standalone image or PDF, include</a:t>
            </a:r>
          </a:p>
          <a:p>
            <a:r>
              <a:t>the following credit in its accompanying message or caption:</a:t>
            </a:r>
          </a:p>
          <a:p/>
          <a:p>
            <a:r>
              <a:t>"Oud - MIM PHX" photograph by Frank Kovalchek, CC BY 2.0.</a:t>
            </a:r>
          </a:p>
          <a:p>
            <a:r>
              <a:t>https://commons.wikimedia.org/wiki/File:Oud_-_MIM_PHX.jpg</a:t>
            </a:r>
          </a:p>
          <a:p>
            <a:r>
              <a:t>https://creativecommons.org/licenses/by/2.0/</a:t>
            </a:r>
          </a:p>
          <a:p>
            <a:r>
              <a:t>Modified: background removed, resized, and grayscale for print.</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2.png"/><Relationship Id="rId4" Type="http://schemas.openxmlformats.org/officeDocument/2006/relationships/notesSlide" Target="../notesSlides/notesSlide1.xml"/><Relationship Id="rId5" Type="http://schemas.openxmlformats.org/officeDocument/2006/relationships/image" Target="../media/image3.png"/><Relationship Id="rId6"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grpSp>
        <p:nvGrpSpPr>
          <p:cNvPr id="2" name="Fixed artwork and event details - edit the Full-Editable version"/>
          <p:cNvGrpSpPr>
            <a:grpSpLocks noSelect="1" noMove="1" noResize="1"/>
          </p:cNvGrpSpPr>
          <p:nvPr/>
        </p:nvGrpSpPr>
        <p:grpSpPr>
          <a:xfrm>
            <a:off x="0" y="0"/>
            <a:ext cx="7560000" cy="10692000"/>
            <a:chOff x="0" y="0"/>
            <a:chExt cx="7560000" cy="10692000"/>
          </a:xfrm>
        </p:grpSpPr>
        <p:pic>
          <p:nvPicPr>
            <p:cNvPr id="80" name="Decorative background - fixed; edit using the background code" descr="image.png"/>
            <p:cNvPicPr>
              <a:picLocks noChangeAspect="1" noSelect="1" noMove="1" noResize="1"/>
            </p:cNvPicPr>
            <p:nvPr/>
          </p:nvPicPr>
          <p:blipFill>
            <a:blip r:embed="rId5"/>
            <a:stretch>
              <a:fillRect/>
            </a:stretch>
          </p:blipFill>
          <p:spPr>
            <a:xfrm>
              <a:off x="0" y="0"/>
              <a:ext cx="7560000" cy="10692000"/>
            </a:xfrm>
            <a:prstGeom prst="rect">
              <a:avLst/>
            </a:prstGeom>
          </p:spPr>
        </p:pic>
        <p:pic>
          <p:nvPicPr>
            <p:cNvPr id="60" name="Picture 59" descr="oud-photo-gray.png"/>
            <p:cNvPicPr>
              <a:picLocks noChangeAspect="1"/>
            </p:cNvPicPr>
            <p:nvPr/>
          </p:nvPicPr>
          <p:blipFill>
            <a:blip r:embed="rId6"/>
            <a:stretch>
              <a:fillRect/>
            </a:stretch>
          </p:blipFill>
          <p:spPr>
            <a:xfrm>
              <a:off x="4891948" y="6400234"/>
              <a:ext cx="2509536" cy="4280376"/>
            </a:xfrm>
            <a:prstGeom prst="rect">
              <a:avLst/>
            </a:prstGeom>
          </p:spPr>
        </p:pic>
        <p:sp>
          <p:nvSpPr>
            <p:cNvPr id="61" name="בס״ד"/>
            <p:cNvSpPr txBox="1">
              <a:spLocks noSelect="1" noMove="1" noResize="1" noTextEdit="1"/>
            </p:cNvSpPr>
            <p:nvPr/>
          </p:nvSpPr>
          <p:spPr>
            <a:xfrm>
              <a:off x="6436473" y="257078"/>
              <a:ext cx="666498" cy="180906"/>
            </a:xfrm>
            <a:prstGeom prst="rect">
              <a:avLst/>
            </a:prstGeom>
            <a:noFill/>
          </p:spPr>
          <p:txBody>
            <a:bodyPr wrap="none" lIns="0" rIns="0" tIns="0" bIns="0" anchor="ctr">
              <a:spAutoFit/>
            </a:bodyPr>
            <a:lstStyle/>
            <a:p>
              <a:pPr algn="ctr" rtl="1">
                <a:lnSpc>
                  <a:spcPct val="100000"/>
                </a:lnSpc>
                <a:defRPr sz="899" b="0" lang="he-IL">
                  <a:solidFill>
                    <a:srgbClr val="000000"/>
                  </a:solidFill>
                  <a:latin typeface="Arial"/>
                  <a:cs typeface="Arial"/>
                </a:defRPr>
              </a:pPr>
              <a:r>
                <a:rPr sz="899" b="0" lang="he-IL">
                  <a:solidFill>
                    <a:srgbClr val="000000"/>
                  </a:solidFill>
                  <a:latin typeface="Arial"/>
                  <a:cs typeface="Arial"/>
                </a:rPr>
                <a:t>בס״ד</a:t>
              </a:r>
              <a:endParaRPr sz="899" b="0" lang="he-IL">
                <a:solidFill>
                  <a:srgbClr val="000000"/>
                </a:solidFill>
                <a:latin typeface="Arial"/>
                <a:cs typeface="Arial"/>
              </a:endParaRPr>
            </a:p>
          </p:txBody>
        </p:sp>
        <p:sp>
          <p:nvSpPr>
            <p:cNvPr id="62" name="שירת"/>
            <p:cNvSpPr txBox="1">
              <a:spLocks noSelect="1" noMove="1" noResize="1" noTextEdit="1"/>
            </p:cNvSpPr>
            <p:nvPr/>
          </p:nvSpPr>
          <p:spPr>
            <a:xfrm>
              <a:off x="1047355" y="1266347"/>
              <a:ext cx="5465289" cy="809319"/>
            </a:xfrm>
            <a:prstGeom prst="rect">
              <a:avLst/>
            </a:prstGeom>
            <a:noFill/>
          </p:spPr>
          <p:txBody>
            <a:bodyPr wrap="none" lIns="0" rIns="0" tIns="0" bIns="0" anchor="ctr">
              <a:spAutoFit/>
            </a:bodyPr>
            <a:lstStyle/>
            <a:p>
              <a:pPr algn="ctr" rtl="1">
                <a:lnSpc>
                  <a:spcPct val="100000"/>
                </a:lnSpc>
                <a:defRPr sz="5322" b="1" lang="he-IL">
                  <a:solidFill>
                    <a:srgbClr val="000000"/>
                  </a:solidFill>
                  <a:latin typeface="FrankRuehl"/>
                  <a:cs typeface="FrankRuehl"/>
                </a:defRPr>
              </a:pPr>
              <a:r>
                <a:rPr sz="5322" b="1" lang="he-IL">
                  <a:solidFill>
                    <a:srgbClr val="000000"/>
                  </a:solidFill>
                  <a:latin typeface="FrankRuehl"/>
                  <a:cs typeface="FrankRuehl"/>
                </a:rPr>
                <a:t>שירת</a:t>
              </a:r>
              <a:endParaRPr sz="5322" b="1" lang="he-IL">
                <a:solidFill>
                  <a:srgbClr val="000000"/>
                </a:solidFill>
                <a:latin typeface="FrankRuehl"/>
                <a:cs typeface="FrankRuehl"/>
              </a:endParaRPr>
            </a:p>
          </p:txBody>
        </p:sp>
        <p:sp>
          <p:nvSpPr>
            <p:cNvPr id="63" name="הבקשות"/>
            <p:cNvSpPr txBox="1">
              <a:spLocks noSelect="1" noMove="1" noResize="1" noTextEdit="1"/>
            </p:cNvSpPr>
            <p:nvPr/>
          </p:nvSpPr>
          <p:spPr>
            <a:xfrm>
              <a:off x="856926" y="2028060"/>
              <a:ext cx="5846146" cy="1066397"/>
            </a:xfrm>
            <a:prstGeom prst="rect">
              <a:avLst/>
            </a:prstGeom>
            <a:noFill/>
          </p:spPr>
          <p:txBody>
            <a:bodyPr wrap="none" lIns="0" rIns="0" tIns="0" bIns="0" anchor="ctr">
              <a:spAutoFit/>
            </a:bodyPr>
            <a:lstStyle/>
            <a:p>
              <a:pPr algn="ctr" rtl="1">
                <a:lnSpc>
                  <a:spcPct val="100000"/>
                </a:lnSpc>
                <a:defRPr sz="8021" b="1" lang="he-IL">
                  <a:solidFill>
                    <a:srgbClr val="000000"/>
                  </a:solidFill>
                  <a:latin typeface="FrankRuehl"/>
                  <a:cs typeface="FrankRuehl"/>
                </a:defRPr>
              </a:pPr>
              <a:r>
                <a:rPr sz="8021" b="1" lang="he-IL">
                  <a:solidFill>
                    <a:srgbClr val="000000"/>
                  </a:solidFill>
                  <a:latin typeface="FrankRuehl"/>
                  <a:cs typeface="FrankRuehl"/>
                </a:rPr>
                <a:t>הבקשות</a:t>
              </a:r>
              <a:endParaRPr sz="8021" b="1" lang="he-IL">
                <a:solidFill>
                  <a:srgbClr val="000000"/>
                </a:solidFill>
                <a:latin typeface="FrankRuehl"/>
                <a:cs typeface="FrankRuehl"/>
              </a:endParaRPr>
            </a:p>
          </p:txBody>
        </p:sp>
        <p:sp>
          <p:nvSpPr>
            <p:cNvPr id="64" name="5"/>
            <p:cNvSpPr txBox="1">
              <a:spLocks noSelect="1" noMove="1" noResize="1" noTextEdit="1"/>
            </p:cNvSpPr>
            <p:nvPr/>
          </p:nvSpPr>
          <p:spPr>
            <a:xfrm>
              <a:off x="3046851" y="2875465"/>
              <a:ext cx="952141" cy="999748"/>
            </a:xfrm>
            <a:prstGeom prst="rect">
              <a:avLst/>
            </a:prstGeom>
            <a:noFill/>
          </p:spPr>
          <p:txBody>
            <a:bodyPr wrap="none" lIns="0" rIns="0" tIns="0" bIns="0" anchor="ctr">
              <a:spAutoFit/>
            </a:bodyPr>
            <a:lstStyle/>
            <a:p>
              <a:pPr algn="ctr" rtl="1">
                <a:lnSpc>
                  <a:spcPct val="100000"/>
                </a:lnSpc>
                <a:defRPr sz="7497" b="1" lang="he-IL">
                  <a:solidFill>
                    <a:srgbClr val="000000"/>
                  </a:solidFill>
                  <a:latin typeface="FrankRuehl"/>
                  <a:cs typeface="FrankRuehl"/>
                </a:defRPr>
              </a:pPr>
              <a:r>
                <a:rPr sz="7497" b="1" lang="he-IL">
                  <a:solidFill>
                    <a:srgbClr val="000000"/>
                  </a:solidFill>
                  <a:latin typeface="FrankRuehl"/>
                  <a:cs typeface="FrankRuehl"/>
                </a:rPr>
                <a:t>5</a:t>
              </a:r>
              <a:endParaRPr sz="7497" b="1" lang="he-IL">
                <a:solidFill>
                  <a:srgbClr val="000000"/>
                </a:solidFill>
                <a:latin typeface="FrankRuehl"/>
                <a:cs typeface="FrankRuehl"/>
              </a:endParaRPr>
            </a:p>
          </p:txBody>
        </p:sp>
        <p:sp>
          <p:nvSpPr>
            <p:cNvPr id="65" name="שנה"/>
            <p:cNvSpPr txBox="1">
              <a:spLocks noSelect="1" noMove="1" noResize="1" noTextEdit="1"/>
            </p:cNvSpPr>
            <p:nvPr/>
          </p:nvSpPr>
          <p:spPr>
            <a:xfrm>
              <a:off x="3637178" y="3265843"/>
              <a:ext cx="628413" cy="361813"/>
            </a:xfrm>
            <a:prstGeom prst="rect">
              <a:avLst/>
            </a:prstGeom>
            <a:noFill/>
          </p:spPr>
          <p:txBody>
            <a:bodyPr wrap="none" lIns="0" rIns="0" tIns="0" bIns="0" anchor="ctr">
              <a:spAutoFit/>
            </a:bodyPr>
            <a:lstStyle/>
            <a:p>
              <a:pPr algn="ctr" rtl="1">
                <a:lnSpc>
                  <a:spcPct val="100000"/>
                </a:lnSpc>
                <a:defRPr sz="2099" b="0" lang="he-IL">
                  <a:solidFill>
                    <a:srgbClr val="000000"/>
                  </a:solidFill>
                  <a:latin typeface="FrankRuehl"/>
                  <a:cs typeface="FrankRuehl"/>
                </a:defRPr>
              </a:pPr>
              <a:r>
                <a:rPr sz="2099" b="0" lang="he-IL">
                  <a:solidFill>
                    <a:srgbClr val="000000"/>
                  </a:solidFill>
                  <a:latin typeface="FrankRuehl"/>
                  <a:cs typeface="FrankRuehl"/>
                </a:rPr>
                <a:t>שנה</a:t>
              </a:r>
              <a:endParaRPr sz="2099" b="0" lang="he-IL">
                <a:solidFill>
                  <a:srgbClr val="000000"/>
                </a:solidFill>
                <a:latin typeface="FrankRuehl"/>
                <a:cs typeface="FrankRuehl"/>
              </a:endParaRPr>
            </a:p>
          </p:txBody>
        </p:sp>
        <p:sp>
          <p:nvSpPr>
            <p:cNvPr id="66" name="ליל שבת"/>
            <p:cNvSpPr txBox="1">
              <a:spLocks noSelect="1" noMove="1" noResize="1" noTextEdit="1"/>
            </p:cNvSpPr>
            <p:nvPr/>
          </p:nvSpPr>
          <p:spPr>
            <a:xfrm>
              <a:off x="3979949" y="4417934"/>
              <a:ext cx="2332745" cy="304685"/>
            </a:xfrm>
            <a:prstGeom prst="rect">
              <a:avLst/>
            </a:prstGeom>
            <a:noFill/>
          </p:spPr>
          <p:txBody>
            <a:bodyPr wrap="none" lIns="0" rIns="0" tIns="0" bIns="0" anchor="ctr">
              <a:spAutoFit/>
            </a:bodyPr>
            <a:lstStyle/>
            <a:p>
              <a:pPr algn="ctr" rtl="1">
                <a:lnSpc>
                  <a:spcPct val="100000"/>
                </a:lnSpc>
                <a:defRPr sz="1649" b="0" lang="he-IL">
                  <a:solidFill>
                    <a:srgbClr val="000000"/>
                  </a:solidFill>
                  <a:latin typeface="Arial"/>
                  <a:cs typeface="Arial"/>
                </a:defRPr>
              </a:pPr>
              <a:r>
                <a:rPr sz="1649" b="0" lang="he-IL">
                  <a:solidFill>
                    <a:srgbClr val="000000"/>
                  </a:solidFill>
                  <a:latin typeface="Arial"/>
                  <a:cs typeface="Arial"/>
                </a:rPr>
                <a:t>ליל שבת • פרשת</a:t>
              </a:r>
              <a:endParaRPr sz="1649" b="0" lang="he-IL">
                <a:solidFill>
                  <a:srgbClr val="000000"/>
                </a:solidFill>
                <a:latin typeface="Arial"/>
                <a:cs typeface="Arial"/>
              </a:endParaRPr>
            </a:p>
          </p:txBody>
        </p:sp>
        <p:sp>
          <p:nvSpPr>
            <p:cNvPr id="68" name="בשעה"/>
            <p:cNvSpPr txBox="1">
              <a:spLocks noSelect="1" noMove="1" noResize="1" noTextEdit="1"/>
            </p:cNvSpPr>
            <p:nvPr/>
          </p:nvSpPr>
          <p:spPr>
            <a:xfrm>
              <a:off x="1247304" y="4417934"/>
              <a:ext cx="2332745" cy="304685"/>
            </a:xfrm>
            <a:prstGeom prst="rect">
              <a:avLst/>
            </a:prstGeom>
            <a:noFill/>
          </p:spPr>
          <p:txBody>
            <a:bodyPr wrap="none" lIns="0" rIns="0" tIns="0" bIns="0" anchor="ctr">
              <a:spAutoFit/>
            </a:bodyPr>
            <a:lstStyle/>
            <a:p>
              <a:pPr algn="ctr" rtl="1">
                <a:lnSpc>
                  <a:spcPct val="100000"/>
                </a:lnSpc>
                <a:defRPr sz="1649" b="0" lang="he-IL">
                  <a:solidFill>
                    <a:srgbClr val="000000"/>
                  </a:solidFill>
                  <a:latin typeface="Arial"/>
                  <a:cs typeface="Arial"/>
                </a:defRPr>
              </a:pPr>
              <a:r>
                <a:rPr sz="1649" b="0" lang="he-IL">
                  <a:solidFill>
                    <a:srgbClr val="000000"/>
                  </a:solidFill>
                  <a:latin typeface="Arial"/>
                  <a:cs typeface="Arial"/>
                </a:rPr>
                <a:t>בשעה</a:t>
              </a:r>
              <a:endParaRPr sz="1649" b="0" lang="he-IL">
                <a:solidFill>
                  <a:srgbClr val="000000"/>
                </a:solidFill>
                <a:latin typeface="Arial"/>
                <a:cs typeface="Arial"/>
              </a:endParaRPr>
            </a:p>
          </p:txBody>
        </p:sp>
        <p:sp>
          <p:nvSpPr>
            <p:cNvPr id="69" name="20:30"/>
            <p:cNvSpPr txBox="1">
              <a:spLocks noSelect="1" noMove="1" noResize="1" noTextEdit="1"/>
            </p:cNvSpPr>
            <p:nvPr/>
          </p:nvSpPr>
          <p:spPr>
            <a:xfrm>
              <a:off x="1247304" y="4722619"/>
              <a:ext cx="2332745" cy="609370"/>
            </a:xfrm>
            <a:prstGeom prst="rect">
              <a:avLst/>
            </a:prstGeom>
            <a:noFill/>
          </p:spPr>
          <p:txBody>
            <a:bodyPr wrap="none" lIns="0" rIns="0" tIns="0" bIns="0" anchor="ctr">
              <a:spAutoFit/>
            </a:bodyPr>
            <a:lstStyle/>
            <a:p>
              <a:pPr algn="ctr" rtl="1">
                <a:lnSpc>
                  <a:spcPct val="100000"/>
                </a:lnSpc>
                <a:defRPr sz="5098" b="1" lang="he-IL">
                  <a:solidFill>
                    <a:srgbClr val="000000"/>
                  </a:solidFill>
                  <a:latin typeface="FrankRuehl"/>
                  <a:cs typeface="FrankRuehl"/>
                </a:defRPr>
              </a:pPr>
              <a:r>
                <a:rPr sz="5098" b="1" lang="he-IL">
                  <a:solidFill>
                    <a:srgbClr val="000000"/>
                  </a:solidFill>
                  <a:latin typeface="FrankRuehl"/>
                  <a:cs typeface="FrankRuehl"/>
                </a:rPr>
                <a:t>20:30</a:t>
              </a:r>
              <a:endParaRPr sz="5098" b="1" lang="he-IL">
                <a:solidFill>
                  <a:srgbClr val="000000"/>
                </a:solidFill>
                <a:latin typeface="FrankRuehl"/>
                <a:cs typeface="FrankRuehl"/>
              </a:endParaRPr>
            </a:p>
          </p:txBody>
        </p:sp>
        <p:sp>
          <p:nvSpPr>
            <p:cNvPr id="70" name="בית הכנסת"/>
            <p:cNvSpPr txBox="1">
              <a:spLocks noSelect="1" noMove="1" noResize="1" noTextEdit="1"/>
            </p:cNvSpPr>
            <p:nvPr/>
          </p:nvSpPr>
          <p:spPr>
            <a:xfrm>
              <a:off x="1066398" y="5608111"/>
              <a:ext cx="5427204" cy="447506"/>
            </a:xfrm>
            <a:prstGeom prst="rect">
              <a:avLst/>
            </a:prstGeom>
            <a:noFill/>
          </p:spPr>
          <p:txBody>
            <a:bodyPr wrap="none" lIns="0" rIns="0" tIns="0" bIns="0" anchor="ctr">
              <a:spAutoFit/>
            </a:bodyPr>
            <a:lstStyle/>
            <a:p>
              <a:pPr algn="ctr" rtl="1">
                <a:lnSpc>
                  <a:spcPct val="100000"/>
                </a:lnSpc>
                <a:defRPr sz="2624" b="0" lang="he-IL">
                  <a:solidFill>
                    <a:srgbClr val="000000"/>
                  </a:solidFill>
                  <a:latin typeface="Arial"/>
                  <a:cs typeface="Arial"/>
                </a:defRPr>
              </a:pPr>
              <a:r>
                <a:rPr sz="2624" b="0" lang="he-IL">
                  <a:solidFill>
                    <a:srgbClr val="000000"/>
                  </a:solidFill>
                  <a:latin typeface="Arial"/>
                  <a:cs typeface="Arial"/>
                </a:rPr>
                <a:t>בית הכנסת</a:t>
              </a:r>
              <a:endParaRPr sz="2624" b="0" lang="he-IL">
                <a:solidFill>
                  <a:srgbClr val="000000"/>
                </a:solidFill>
                <a:latin typeface="Arial"/>
                <a:cs typeface="Arial"/>
              </a:endParaRPr>
            </a:p>
          </p:txBody>
        </p:sp>
        <p:sp>
          <p:nvSpPr>
            <p:cNvPr id="71" name="אוצרות חיים"/>
            <p:cNvSpPr txBox="1">
              <a:spLocks noSelect="1" noMove="1" noResize="1" noTextEdit="1"/>
            </p:cNvSpPr>
            <p:nvPr/>
          </p:nvSpPr>
          <p:spPr>
            <a:xfrm>
              <a:off x="904534" y="6093702"/>
              <a:ext cx="5750931" cy="837884"/>
            </a:xfrm>
            <a:prstGeom prst="rect">
              <a:avLst/>
            </a:prstGeom>
            <a:noFill/>
          </p:spPr>
          <p:txBody>
            <a:bodyPr wrap="none" lIns="0" rIns="0" tIns="0" bIns="0" anchor="ctr">
              <a:spAutoFit/>
            </a:bodyPr>
            <a:lstStyle/>
            <a:p>
              <a:pPr algn="ctr" rtl="1">
                <a:lnSpc>
                  <a:spcPct val="100000"/>
                </a:lnSpc>
                <a:defRPr sz="5322" b="1" lang="he-IL">
                  <a:solidFill>
                    <a:srgbClr val="000000"/>
                  </a:solidFill>
                  <a:latin typeface="FrankRuehl"/>
                  <a:cs typeface="FrankRuehl"/>
                </a:defRPr>
              </a:pPr>
              <a:r>
                <a:rPr sz="5322" b="1" lang="he-IL">
                  <a:solidFill>
                    <a:srgbClr val="000000"/>
                  </a:solidFill>
                  <a:latin typeface="FrankRuehl"/>
                  <a:cs typeface="FrankRuehl"/>
                </a:rPr>
                <a:t>אוצרות חיים</a:t>
              </a:r>
              <a:endParaRPr sz="5322" b="1" lang="he-IL">
                <a:solidFill>
                  <a:srgbClr val="000000"/>
                </a:solidFill>
                <a:latin typeface="FrankRuehl"/>
                <a:cs typeface="FrankRuehl"/>
              </a:endParaRPr>
            </a:p>
          </p:txBody>
        </p:sp>
        <p:sp>
          <p:nvSpPr>
            <p:cNvPr id="72" name="רבי יהודה הנשיא 20, פתח תקווה"/>
            <p:cNvSpPr txBox="1">
              <a:spLocks noSelect="1" noMove="1" noResize="1" noTextEdit="1"/>
            </p:cNvSpPr>
            <p:nvPr/>
          </p:nvSpPr>
          <p:spPr>
            <a:xfrm>
              <a:off x="809320" y="6922065"/>
              <a:ext cx="5941360" cy="466549"/>
            </a:xfrm>
            <a:prstGeom prst="rect">
              <a:avLst/>
            </a:prstGeom>
            <a:noFill/>
          </p:spPr>
          <p:txBody>
            <a:bodyPr wrap="none" lIns="0" rIns="0" tIns="0" bIns="0" anchor="ctr">
              <a:spAutoFit/>
            </a:bodyPr>
            <a:lstStyle/>
            <a:p>
              <a:pPr algn="ctr" rtl="1">
                <a:lnSpc>
                  <a:spcPct val="100000"/>
                </a:lnSpc>
                <a:defRPr sz="2549" b="0" lang="he-IL">
                  <a:solidFill>
                    <a:srgbClr val="000000"/>
                  </a:solidFill>
                  <a:latin typeface="Arial"/>
                  <a:cs typeface="Arial"/>
                </a:defRPr>
              </a:pPr>
              <a:r>
                <a:rPr sz="2549" b="0" lang="he-IL">
                  <a:solidFill>
                    <a:srgbClr val="000000"/>
                  </a:solidFill>
                  <a:latin typeface="Arial"/>
                  <a:cs typeface="Arial"/>
                </a:rPr>
                <a:t>רבי יהודה הנשיא 20, פתח תקווה</a:t>
              </a:r>
              <a:endParaRPr sz="2549" b="0" lang="he-IL">
                <a:solidFill>
                  <a:srgbClr val="000000"/>
                </a:solidFill>
                <a:latin typeface="Arial"/>
                <a:cs typeface="Arial"/>
              </a:endParaRPr>
            </a:p>
          </p:txBody>
        </p:sp>
        <p:sp>
          <p:nvSpPr>
            <p:cNvPr id="73" name="דברי תורה"/>
            <p:cNvSpPr txBox="1">
              <a:spLocks noSelect="1" noMove="1" noResize="1" noTextEdit="1"/>
            </p:cNvSpPr>
            <p:nvPr/>
          </p:nvSpPr>
          <p:spPr>
            <a:xfrm>
              <a:off x="1447254" y="7760447"/>
              <a:ext cx="4665492" cy="466549"/>
            </a:xfrm>
            <a:prstGeom prst="rect">
              <a:avLst/>
            </a:prstGeom>
            <a:noFill/>
          </p:spPr>
          <p:txBody>
            <a:bodyPr wrap="none" lIns="0" rIns="0" tIns="0" bIns="0" anchor="ctr">
              <a:spAutoFit/>
            </a:bodyPr>
            <a:lstStyle/>
            <a:p>
              <a:pPr algn="ctr" rtl="1">
                <a:lnSpc>
                  <a:spcPct val="100000"/>
                </a:lnSpc>
                <a:defRPr sz="2549" b="0" lang="he-IL">
                  <a:solidFill>
                    <a:srgbClr val="000000"/>
                  </a:solidFill>
                  <a:latin typeface="Arial"/>
                  <a:cs typeface="Arial"/>
                </a:defRPr>
              </a:pPr>
              <a:r>
                <a:rPr sz="2549" b="0" lang="he-IL">
                  <a:solidFill>
                    <a:srgbClr val="000000"/>
                  </a:solidFill>
                  <a:latin typeface="Arial"/>
                  <a:cs typeface="Arial"/>
                </a:rPr>
                <a:t>דברי תורה</a:t>
              </a:r>
              <a:endParaRPr sz="2549" b="0" lang="he-IL">
                <a:solidFill>
                  <a:srgbClr val="000000"/>
                </a:solidFill>
                <a:latin typeface="Arial"/>
                <a:cs typeface="Arial"/>
              </a:endParaRPr>
            </a:p>
          </p:txBody>
        </p:sp>
        <p:sp>
          <p:nvSpPr>
            <p:cNvPr id="75" name="עם פייטנים וחזנים"/>
            <p:cNvSpPr txBox="1">
              <a:spLocks noSelect="1" noMove="1" noResize="1" noTextEdit="1"/>
            </p:cNvSpPr>
            <p:nvPr/>
          </p:nvSpPr>
          <p:spPr>
            <a:xfrm>
              <a:off x="1466556" y="8796788"/>
              <a:ext cx="4665492" cy="552242"/>
            </a:xfrm>
            <a:prstGeom prst="rect">
              <a:avLst/>
            </a:prstGeom>
            <a:noFill/>
          </p:spPr>
          <p:txBody>
            <a:bodyPr wrap="none" lIns="0" rIns="0" tIns="0" bIns="0" anchor="ctr">
              <a:spAutoFit/>
            </a:bodyPr>
            <a:lstStyle/>
            <a:p>
              <a:pPr algn="ctr" rtl="1">
                <a:lnSpc>
                  <a:spcPct val="100000"/>
                </a:lnSpc>
                <a:defRPr sz="2998" b="0" lang="he-IL">
                  <a:solidFill>
                    <a:srgbClr val="000000"/>
                  </a:solidFill>
                  <a:latin typeface="Arial"/>
                  <a:cs typeface="Arial"/>
                </a:defRPr>
              </a:pPr>
              <a:r>
                <a:rPr sz="2998" b="0" lang="he-IL">
                  <a:solidFill>
                    <a:srgbClr val="000000"/>
                  </a:solidFill>
                  <a:latin typeface="Arial"/>
                  <a:cs typeface="Arial"/>
                </a:rPr>
                <a:t>עם פייטנים וחזנים</a:t>
              </a:r>
              <a:endParaRPr sz="2998" b="0" lang="he-IL">
                <a:solidFill>
                  <a:srgbClr val="000000"/>
                </a:solidFill>
                <a:latin typeface="Arial"/>
                <a:cs typeface="Arial"/>
              </a:endParaRPr>
            </a:p>
          </p:txBody>
        </p:sp>
        <p:sp>
          <p:nvSpPr>
            <p:cNvPr id="76" name="כיבוד קל"/>
            <p:cNvSpPr txBox="1">
              <a:spLocks noSelect="1" noMove="1" noResize="1" noTextEdit="1"/>
            </p:cNvSpPr>
            <p:nvPr/>
          </p:nvSpPr>
          <p:spPr>
            <a:xfrm>
              <a:off x="1447254" y="9407154"/>
              <a:ext cx="4665491" cy="466549"/>
            </a:xfrm>
            <a:prstGeom prst="rect">
              <a:avLst/>
            </a:prstGeom>
            <a:noFill/>
          </p:spPr>
          <p:txBody>
            <a:bodyPr wrap="none" lIns="0" rIns="0" tIns="0" bIns="0" anchor="ctr">
              <a:spAutoFit/>
            </a:bodyPr>
            <a:lstStyle/>
            <a:p>
              <a:pPr algn="ctr" rtl="1">
                <a:lnSpc>
                  <a:spcPct val="100000"/>
                </a:lnSpc>
                <a:defRPr sz="2549" b="0" lang="he-IL">
                  <a:solidFill>
                    <a:srgbClr val="000000"/>
                  </a:solidFill>
                  <a:latin typeface="Arial"/>
                  <a:cs typeface="Arial"/>
                </a:defRPr>
              </a:pPr>
              <a:r>
                <a:rPr sz="2549" b="0" lang="he-IL">
                  <a:solidFill>
                    <a:srgbClr val="000000"/>
                  </a:solidFill>
                  <a:latin typeface="Arial"/>
                  <a:cs typeface="Arial"/>
                </a:rPr>
                <a:t>כיבוד קל</a:t>
              </a:r>
              <a:endParaRPr sz="2549" b="0" lang="he-IL">
                <a:solidFill>
                  <a:srgbClr val="000000"/>
                </a:solidFill>
                <a:latin typeface="Arial"/>
                <a:cs typeface="Arial"/>
              </a:endParaRPr>
            </a:p>
          </p:txBody>
        </p:sp>
        <p:pic>
          <p:nvPicPr>
            <p:cNvPr id="77" name="Picture 76" descr="whatsapp-qr.png"/>
            <p:cNvPicPr>
              <a:picLocks noChangeAspect="1"/>
            </p:cNvPicPr>
            <p:nvPr/>
          </p:nvPicPr>
          <p:blipFill>
            <a:blip r:embed="rId3"/>
            <a:stretch>
              <a:fillRect/>
            </a:stretch>
          </p:blipFill>
          <p:spPr>
            <a:xfrm>
              <a:off x="1504382" y="9273853"/>
              <a:ext cx="837884" cy="837884"/>
            </a:xfrm>
            <a:prstGeom prst="rect">
              <a:avLst/>
            </a:prstGeom>
          </p:spPr>
        </p:pic>
        <p:sp>
          <p:nvSpPr>
            <p:cNvPr id="78" name="וואטסאפ לעדכונים"/>
            <p:cNvSpPr txBox="1">
              <a:spLocks noSelect="1" noMove="1" noResize="1" noTextEdit="1"/>
            </p:cNvSpPr>
            <p:nvPr/>
          </p:nvSpPr>
          <p:spPr>
            <a:xfrm>
              <a:off x="1304433" y="10168866"/>
              <a:ext cx="1237783" cy="228513"/>
            </a:xfrm>
            <a:prstGeom prst="rect">
              <a:avLst/>
            </a:prstGeom>
            <a:noFill/>
          </p:spPr>
          <p:txBody>
            <a:bodyPr wrap="none" lIns="0" rIns="0" tIns="0" bIns="0" anchor="ctr">
              <a:spAutoFit/>
            </a:bodyPr>
            <a:lstStyle/>
            <a:p>
              <a:pPr algn="ctr" rtl="1">
                <a:lnSpc>
                  <a:spcPct val="100000"/>
                </a:lnSpc>
                <a:defRPr sz="899" b="0" lang="he-IL">
                  <a:solidFill>
                    <a:srgbClr val="000000"/>
                  </a:solidFill>
                  <a:latin typeface="Arial"/>
                  <a:cs typeface="Arial"/>
                </a:defRPr>
              </a:pPr>
              <a:r>
                <a:rPr sz="899" b="0" lang="he-IL">
                  <a:solidFill>
                    <a:srgbClr val="000000"/>
                  </a:solidFill>
                  <a:latin typeface="Arial"/>
                  <a:cs typeface="Arial"/>
                </a:rPr>
                <a:t>וואטסאפ לעדכונים</a:t>
              </a:r>
              <a:endParaRPr sz="899" b="0" lang="he-IL">
                <a:solidFill>
                  <a:srgbClr val="000000"/>
                </a:solidFill>
                <a:latin typeface="Arial"/>
                <a:cs typeface="Arial"/>
              </a:endParaRPr>
            </a:p>
          </p:txBody>
        </p:sp>
        <p:sp>
          <p:nvSpPr>
            <p:cNvPr id="79" name="לעילוי נשמת מנחם יעקב בן מונירה ז״ל • ארי ציון בן שמחה ז״ל"/>
            <p:cNvSpPr txBox="1">
              <a:spLocks noSelect="1" noMove="1" noResize="1" noTextEdit="1"/>
            </p:cNvSpPr>
            <p:nvPr/>
          </p:nvSpPr>
          <p:spPr>
            <a:xfrm>
              <a:off x="418942" y="10454508"/>
              <a:ext cx="6722115" cy="161863"/>
            </a:xfrm>
            <a:prstGeom prst="rect">
              <a:avLst/>
            </a:prstGeom>
            <a:noFill/>
          </p:spPr>
          <p:txBody>
            <a:bodyPr wrap="none" lIns="0" rIns="0" tIns="0" bIns="0" anchor="ctr">
              <a:spAutoFit/>
            </a:bodyPr>
            <a:lstStyle/>
            <a:p>
              <a:pPr algn="ctr" rtl="1">
                <a:lnSpc>
                  <a:spcPct val="100000"/>
                </a:lnSpc>
                <a:defRPr sz="749" b="0" lang="he-IL">
                  <a:solidFill>
                    <a:srgbClr val="000000"/>
                  </a:solidFill>
                  <a:latin typeface="Arial"/>
                  <a:cs typeface="Arial"/>
                </a:defRPr>
              </a:pPr>
              <a:r>
                <a:rPr sz="749" b="0" lang="he-IL">
                  <a:solidFill>
                    <a:srgbClr val="000000"/>
                  </a:solidFill>
                  <a:latin typeface="Arial"/>
                  <a:cs typeface="Arial"/>
                </a:rPr>
                <a:t>לעילוי נשמת מנחם יעקב בן מונירה ז״ל • ארי ציון בן שמחה ז״ל</a:t>
              </a:r>
              <a:endParaRPr sz="749" b="0" lang="he-IL">
                <a:solidFill>
                  <a:srgbClr val="000000"/>
                </a:solidFill>
                <a:latin typeface="Arial"/>
                <a:cs typeface="Arial"/>
              </a:endParaRPr>
            </a:p>
          </p:txBody>
        </p:sp>
      </p:grpSp>
      <p:sp>
        <p:nvSpPr>
          <p:cNvPr id="67" name="parashah"/>
          <p:cNvSpPr txBox="1"/>
          <p:nvPr/>
        </p:nvSpPr>
        <p:spPr>
          <a:xfrm>
            <a:off x="3979949" y="4713098"/>
            <a:ext cx="2332745" cy="609370"/>
          </a:xfrm>
          <a:prstGeom prst="rect">
            <a:avLst/>
          </a:prstGeom>
          <a:noFill/>
        </p:spPr>
        <p:txBody>
          <a:bodyPr wrap="none" lIns="0" rIns="0" tIns="0" bIns="0" anchor="ctr">
            <a:spAutoFit/>
          </a:bodyPr>
          <a:lstStyle/>
          <a:p>
            <a:pPr algn="ctr" rtl="1">
              <a:lnSpc>
                <a:spcPct val="100000"/>
              </a:lnSpc>
              <a:defRPr sz="5152" b="1" lang="he-IL">
                <a:solidFill>
                  <a:srgbClr val="000000"/>
                </a:solidFill>
                <a:latin typeface="FrankRuehl"/>
                <a:cs typeface="FrankRuehl"/>
              </a:defRPr>
            </a:pPr>
            <a:r>
              <a:rPr sz="5152" b="1" lang="he-IL">
                <a:solidFill>
                  <a:srgbClr val="000000"/>
                </a:solidFill>
                <a:latin typeface="FrankRuehl"/>
                <a:cs typeface="FrankRuehl"/>
              </a:rPr>
              <a:t>שם הפרשה</a:t>
            </a:r>
            <a:endParaRPr sz="5152" b="1" lang="he-IL">
              <a:solidFill>
                <a:srgbClr val="000000"/>
              </a:solidFill>
              <a:latin typeface="FrankRuehl"/>
              <a:cs typeface="FrankRuehl"/>
            </a:endParaRPr>
          </a:p>
        </p:txBody>
      </p:sp>
      <p:sp>
        <p:nvSpPr>
          <p:cNvPr id="74" name="rabbi"/>
          <p:cNvSpPr txBox="1"/>
          <p:nvPr/>
        </p:nvSpPr>
        <p:spPr>
          <a:xfrm>
            <a:off x="1161612" y="8179389"/>
            <a:ext cx="5236776" cy="714106"/>
          </a:xfrm>
          <a:prstGeom prst="rect">
            <a:avLst/>
          </a:prstGeom>
          <a:noFill/>
        </p:spPr>
        <p:txBody>
          <a:bodyPr wrap="none" lIns="0" rIns="0" tIns="0" bIns="0" anchor="ctr">
            <a:spAutoFit/>
          </a:bodyPr>
          <a:lstStyle/>
          <a:p>
            <a:pPr algn="ctr" rtl="1">
              <a:lnSpc>
                <a:spcPct val="100000"/>
              </a:lnSpc>
              <a:defRPr sz="4798" b="1" lang="he-IL">
                <a:solidFill>
                  <a:srgbClr val="000000"/>
                </a:solidFill>
                <a:latin typeface="FrankRuehl"/>
                <a:cs typeface="FrankRuehl"/>
              </a:defRPr>
            </a:pPr>
            <a:r>
              <a:rPr sz="4798" b="1" lang="he-IL">
                <a:solidFill>
                  <a:srgbClr val="000000"/>
                </a:solidFill>
                <a:latin typeface="FrankRuehl"/>
                <a:cs typeface="FrankRuehl"/>
              </a:rPr>
              <a:t>שם הרב</a:t>
            </a:r>
            <a:endParaRPr sz="4798" b="1" lang="he-IL">
              <a:solidFill>
                <a:srgbClr val="000000"/>
              </a:solidFill>
              <a:latin typeface="FrankRuehl"/>
              <a:cs typeface="FrankRueh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