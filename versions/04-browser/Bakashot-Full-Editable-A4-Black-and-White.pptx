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80" name="Decorative background - fixed; edit using the background code" descr="image.png"/>
          <p:cNvPicPr>
            <a:picLocks noChangeAspect="1" noSelect="1" noMove="1" noResize="1"/>
          </p:cNvPicPr>
          <p:nvPr/>
        </p:nvPicPr>
        <p:blipFill>
          <a:blip r:embed="rId5"/>
          <a:stretch>
            <a:fillRect/>
          </a:stretch>
        </p:blipFill>
        <p:spPr>
          <a:xfrm>
            <a:off x="0" y="0"/>
            <a:ext cx="7560000" cy="10692000"/>
          </a:xfrm>
          <a:prstGeom prst="rect">
            <a:avLst/>
          </a:prstGeom>
        </p:spPr>
      </p:pic>
      <p:pic>
        <p:nvPicPr>
          <p:cNvPr id="60" name="Picture 59" descr="oud-photo-gray.png"/>
          <p:cNvPicPr>
            <a:picLocks noChangeAspect="1"/>
          </p:cNvPicPr>
          <p:nvPr/>
        </p:nvPicPr>
        <p:blipFill>
          <a:blip r:embed="rId6"/>
          <a:stretch>
            <a:fillRect/>
          </a:stretch>
        </p:blipFill>
        <p:spPr>
          <a:xfrm>
            <a:off x="4891948" y="6400234"/>
            <a:ext cx="2509536" cy="4280376"/>
          </a:xfrm>
          <a:prstGeom prst="rect">
            <a:avLst/>
          </a:prstGeom>
        </p:spPr>
      </p:pic>
      <p:sp>
        <p:nvSpPr>
          <p:cNvPr id="61" name="בס״ד"/>
          <p:cNvSpPr txBox="1"/>
          <p:nvPr/>
        </p:nvSpPr>
        <p:spPr>
          <a:xfrm>
            <a:off x="6436473" y="257078"/>
            <a:ext cx="666498" cy="180906"/>
          </a:xfrm>
          <a:prstGeom prst="rect">
            <a:avLst/>
          </a:prstGeom>
          <a:noFill/>
        </p:spPr>
        <p:txBody>
          <a:bodyPr wrap="none" lIns="0" rIns="0" tIns="0" bIns="0" anchor="ctr">
            <a:spAutoFit/>
          </a:bodyPr>
          <a:lstStyle/>
          <a:p>
            <a:pPr algn="ctr" rtl="1">
              <a:lnSpc>
                <a:spcPct val="100000"/>
              </a:lnSpc>
              <a:defRPr sz="899" b="0" lang="he-IL">
                <a:solidFill>
                  <a:srgbClr val="000000"/>
                </a:solidFill>
                <a:latin typeface="Arial"/>
                <a:cs typeface="Arial"/>
              </a:defRPr>
            </a:pPr>
            <a:r>
              <a:rPr sz="899" b="0" lang="he-IL">
                <a:solidFill>
                  <a:srgbClr val="000000"/>
                </a:solidFill>
                <a:latin typeface="Arial"/>
                <a:cs typeface="Arial"/>
              </a:rPr>
              <a:t>בס״ד</a:t>
            </a:r>
            <a:endParaRPr sz="899" b="0" lang="he-IL">
              <a:solidFill>
                <a:srgbClr val="000000"/>
              </a:solidFill>
              <a:latin typeface="Arial"/>
              <a:cs typeface="Arial"/>
            </a:endParaRPr>
          </a:p>
        </p:txBody>
      </p:sp>
      <p:sp>
        <p:nvSpPr>
          <p:cNvPr id="62" name="שירת"/>
          <p:cNvSpPr txBox="1"/>
          <p:nvPr/>
        </p:nvSpPr>
        <p:spPr>
          <a:xfrm>
            <a:off x="1047355" y="1266347"/>
            <a:ext cx="5465289" cy="809319"/>
          </a:xfrm>
          <a:prstGeom prst="rect">
            <a:avLst/>
          </a:prstGeom>
          <a:noFill/>
        </p:spPr>
        <p:txBody>
          <a:bodyPr wrap="none" lIns="0" rIns="0" tIns="0" bIns="0" anchor="ctr">
            <a:spAutoFit/>
          </a:bodyPr>
          <a:lstStyle/>
          <a:p>
            <a:pPr algn="ctr" rtl="1">
              <a:lnSpc>
                <a:spcPct val="100000"/>
              </a:lnSpc>
              <a:defRPr sz="5322" b="1" lang="he-IL">
                <a:solidFill>
                  <a:srgbClr val="000000"/>
                </a:solidFill>
                <a:latin typeface="FrankRuehl"/>
                <a:cs typeface="FrankRuehl"/>
              </a:defRPr>
            </a:pPr>
            <a:r>
              <a:rPr sz="5322" b="1" lang="he-IL">
                <a:solidFill>
                  <a:srgbClr val="000000"/>
                </a:solidFill>
                <a:latin typeface="FrankRuehl"/>
                <a:cs typeface="FrankRuehl"/>
              </a:rPr>
              <a:t>שירת</a:t>
            </a:r>
            <a:endParaRPr sz="5322" b="1" lang="he-IL">
              <a:solidFill>
                <a:srgbClr val="000000"/>
              </a:solidFill>
              <a:latin typeface="FrankRuehl"/>
              <a:cs typeface="FrankRuehl"/>
            </a:endParaRPr>
          </a:p>
        </p:txBody>
      </p:sp>
      <p:sp>
        <p:nvSpPr>
          <p:cNvPr id="63" name="הבקשות"/>
          <p:cNvSpPr txBox="1"/>
          <p:nvPr/>
        </p:nvSpPr>
        <p:spPr>
          <a:xfrm>
            <a:off x="856926" y="2028060"/>
            <a:ext cx="5846146" cy="1066397"/>
          </a:xfrm>
          <a:prstGeom prst="rect">
            <a:avLst/>
          </a:prstGeom>
          <a:noFill/>
        </p:spPr>
        <p:txBody>
          <a:bodyPr wrap="none" lIns="0" rIns="0" tIns="0" bIns="0" anchor="ctr">
            <a:spAutoFit/>
          </a:bodyPr>
          <a:lstStyle/>
          <a:p>
            <a:pPr algn="ctr" rtl="1">
              <a:lnSpc>
                <a:spcPct val="100000"/>
              </a:lnSpc>
              <a:defRPr sz="8021" b="1" lang="he-IL">
                <a:solidFill>
                  <a:srgbClr val="000000"/>
                </a:solidFill>
                <a:latin typeface="FrankRuehl"/>
                <a:cs typeface="FrankRuehl"/>
              </a:defRPr>
            </a:pPr>
            <a:r>
              <a:rPr sz="8021" b="1" lang="he-IL">
                <a:solidFill>
                  <a:srgbClr val="000000"/>
                </a:solidFill>
                <a:latin typeface="FrankRuehl"/>
                <a:cs typeface="FrankRuehl"/>
              </a:rPr>
              <a:t>הבקשות</a:t>
            </a:r>
            <a:endParaRPr sz="8021" b="1" lang="he-IL">
              <a:solidFill>
                <a:srgbClr val="000000"/>
              </a:solidFill>
              <a:latin typeface="FrankRuehl"/>
              <a:cs typeface="FrankRuehl"/>
            </a:endParaRPr>
          </a:p>
        </p:txBody>
      </p:sp>
      <p:sp>
        <p:nvSpPr>
          <p:cNvPr id="64" name="5"/>
          <p:cNvSpPr txBox="1"/>
          <p:nvPr/>
        </p:nvSpPr>
        <p:spPr>
          <a:xfrm>
            <a:off x="3046851" y="2875465"/>
            <a:ext cx="952141" cy="999748"/>
          </a:xfrm>
          <a:prstGeom prst="rect">
            <a:avLst/>
          </a:prstGeom>
          <a:noFill/>
        </p:spPr>
        <p:txBody>
          <a:bodyPr wrap="none" lIns="0" rIns="0" tIns="0" bIns="0" anchor="ctr">
            <a:spAutoFit/>
          </a:bodyPr>
          <a:lstStyle/>
          <a:p>
            <a:pPr algn="ctr" rtl="1">
              <a:lnSpc>
                <a:spcPct val="100000"/>
              </a:lnSpc>
              <a:defRPr sz="7497" b="1" lang="he-IL">
                <a:solidFill>
                  <a:srgbClr val="000000"/>
                </a:solidFill>
                <a:latin typeface="FrankRuehl"/>
                <a:cs typeface="FrankRuehl"/>
              </a:defRPr>
            </a:pPr>
            <a:r>
              <a:rPr sz="7497" b="1" lang="he-IL">
                <a:solidFill>
                  <a:srgbClr val="000000"/>
                </a:solidFill>
                <a:latin typeface="FrankRuehl"/>
                <a:cs typeface="FrankRuehl"/>
              </a:rPr>
              <a:t>5</a:t>
            </a:r>
            <a:endParaRPr sz="7497" b="1" lang="he-IL">
              <a:solidFill>
                <a:srgbClr val="000000"/>
              </a:solidFill>
              <a:latin typeface="FrankRuehl"/>
              <a:cs typeface="FrankRuehl"/>
            </a:endParaRPr>
          </a:p>
        </p:txBody>
      </p:sp>
      <p:sp>
        <p:nvSpPr>
          <p:cNvPr id="65" name="שנה"/>
          <p:cNvSpPr txBox="1"/>
          <p:nvPr/>
        </p:nvSpPr>
        <p:spPr>
          <a:xfrm>
            <a:off x="3637178" y="3265843"/>
            <a:ext cx="628413" cy="361813"/>
          </a:xfrm>
          <a:prstGeom prst="rect">
            <a:avLst/>
          </a:prstGeom>
          <a:noFill/>
        </p:spPr>
        <p:txBody>
          <a:bodyPr wrap="none" lIns="0" rIns="0" tIns="0" bIns="0" anchor="ctr">
            <a:spAutoFit/>
          </a:bodyPr>
          <a:lstStyle/>
          <a:p>
            <a:pPr algn="ctr" rtl="1">
              <a:lnSpc>
                <a:spcPct val="100000"/>
              </a:lnSpc>
              <a:defRPr sz="2099" b="0" lang="he-IL">
                <a:solidFill>
                  <a:srgbClr val="000000"/>
                </a:solidFill>
                <a:latin typeface="FrankRuehl"/>
                <a:cs typeface="FrankRuehl"/>
              </a:defRPr>
            </a:pPr>
            <a:r>
              <a:rPr sz="2099" b="0" lang="he-IL">
                <a:solidFill>
                  <a:srgbClr val="000000"/>
                </a:solidFill>
                <a:latin typeface="FrankRuehl"/>
                <a:cs typeface="FrankRuehl"/>
              </a:rPr>
              <a:t>שנה</a:t>
            </a:r>
            <a:endParaRPr sz="2099" b="0" lang="he-IL">
              <a:solidFill>
                <a:srgbClr val="000000"/>
              </a:solidFill>
              <a:latin typeface="FrankRuehl"/>
              <a:cs typeface="FrankRuehl"/>
            </a:endParaRPr>
          </a:p>
        </p:txBody>
      </p:sp>
      <p:sp>
        <p:nvSpPr>
          <p:cNvPr id="66" name="ליל שבת"/>
          <p:cNvSpPr txBox="1"/>
          <p:nvPr/>
        </p:nvSpPr>
        <p:spPr>
          <a:xfrm>
            <a:off x="3979949" y="4417934"/>
            <a:ext cx="2332745" cy="304685"/>
          </a:xfrm>
          <a:prstGeom prst="rect">
            <a:avLst/>
          </a:prstGeom>
          <a:noFill/>
        </p:spPr>
        <p:txBody>
          <a:bodyPr wrap="none" lIns="0" rIns="0" tIns="0" bIns="0" anchor="ctr">
            <a:spAutoFit/>
          </a:bodyPr>
          <a:lstStyle/>
          <a:p>
            <a:pPr algn="ctr" rtl="1">
              <a:lnSpc>
                <a:spcPct val="100000"/>
              </a:lnSpc>
              <a:defRPr sz="1649" b="0" lang="he-IL">
                <a:solidFill>
                  <a:srgbClr val="000000"/>
                </a:solidFill>
                <a:latin typeface="Arial"/>
                <a:cs typeface="Arial"/>
              </a:defRPr>
            </a:pPr>
            <a:r>
              <a:rPr sz="1649" b="0" lang="he-IL">
                <a:solidFill>
                  <a:srgbClr val="000000"/>
                </a:solidFill>
                <a:latin typeface="Arial"/>
                <a:cs typeface="Arial"/>
              </a:rPr>
              <a:t>ליל שבת • פרשת</a:t>
            </a:r>
            <a:endParaRPr sz="1649" b="0" lang="he-IL">
              <a:solidFill>
                <a:srgbClr val="000000"/>
              </a:solidFill>
              <a:latin typeface="Arial"/>
              <a:cs typeface="Arial"/>
            </a:endParaRPr>
          </a:p>
        </p:txBody>
      </p:sp>
      <p:sp>
        <p:nvSpPr>
          <p:cNvPr id="67" name="parashah"/>
          <p:cNvSpPr txBox="1"/>
          <p:nvPr/>
        </p:nvSpPr>
        <p:spPr>
          <a:xfrm>
            <a:off x="3979949" y="4713098"/>
            <a:ext cx="2332745" cy="609370"/>
          </a:xfrm>
          <a:prstGeom prst="rect">
            <a:avLst/>
          </a:prstGeom>
          <a:noFill/>
        </p:spPr>
        <p:txBody>
          <a:bodyPr wrap="none" lIns="0" rIns="0" tIns="0" bIns="0" anchor="ctr">
            <a:spAutoFit/>
          </a:bodyPr>
          <a:lstStyle/>
          <a:p>
            <a:pPr algn="ctr" rtl="1">
              <a:lnSpc>
                <a:spcPct val="100000"/>
              </a:lnSpc>
              <a:defRPr sz="5152" b="1" lang="he-IL">
                <a:solidFill>
                  <a:srgbClr val="000000"/>
                </a:solidFill>
                <a:latin typeface="FrankRuehl"/>
                <a:cs typeface="FrankRuehl"/>
              </a:defRPr>
            </a:pPr>
            <a:r>
              <a:rPr sz="5152" b="1" lang="he-IL">
                <a:solidFill>
                  <a:srgbClr val="000000"/>
                </a:solidFill>
                <a:latin typeface="FrankRuehl"/>
                <a:cs typeface="FrankRuehl"/>
              </a:rPr>
              <a:t>שם הפרשה</a:t>
            </a:r>
            <a:endParaRPr sz="5152" b="1" lang="he-IL">
              <a:solidFill>
                <a:srgbClr val="000000"/>
              </a:solidFill>
              <a:latin typeface="FrankRuehl"/>
              <a:cs typeface="FrankRuehl"/>
            </a:endParaRPr>
          </a:p>
        </p:txBody>
      </p:sp>
      <p:sp>
        <p:nvSpPr>
          <p:cNvPr id="68" name="בשעה"/>
          <p:cNvSpPr txBox="1"/>
          <p:nvPr/>
        </p:nvSpPr>
        <p:spPr>
          <a:xfrm>
            <a:off x="1247304" y="4417934"/>
            <a:ext cx="2332745" cy="304685"/>
          </a:xfrm>
          <a:prstGeom prst="rect">
            <a:avLst/>
          </a:prstGeom>
          <a:noFill/>
        </p:spPr>
        <p:txBody>
          <a:bodyPr wrap="none" lIns="0" rIns="0" tIns="0" bIns="0" anchor="ctr">
            <a:spAutoFit/>
          </a:bodyPr>
          <a:lstStyle/>
          <a:p>
            <a:pPr algn="ctr" rtl="1">
              <a:lnSpc>
                <a:spcPct val="100000"/>
              </a:lnSpc>
              <a:defRPr sz="1649" b="0" lang="he-IL">
                <a:solidFill>
                  <a:srgbClr val="000000"/>
                </a:solidFill>
                <a:latin typeface="Arial"/>
                <a:cs typeface="Arial"/>
              </a:defRPr>
            </a:pPr>
            <a:r>
              <a:rPr sz="1649" b="0" lang="he-IL">
                <a:solidFill>
                  <a:srgbClr val="000000"/>
                </a:solidFill>
                <a:latin typeface="Arial"/>
                <a:cs typeface="Arial"/>
              </a:rPr>
              <a:t>בשעה</a:t>
            </a:r>
            <a:endParaRPr sz="1649" b="0" lang="he-IL">
              <a:solidFill>
                <a:srgbClr val="000000"/>
              </a:solidFill>
              <a:latin typeface="Arial"/>
              <a:cs typeface="Arial"/>
            </a:endParaRPr>
          </a:p>
        </p:txBody>
      </p:sp>
      <p:sp>
        <p:nvSpPr>
          <p:cNvPr id="69" name="20:30"/>
          <p:cNvSpPr txBox="1"/>
          <p:nvPr/>
        </p:nvSpPr>
        <p:spPr>
          <a:xfrm>
            <a:off x="1247304" y="4722619"/>
            <a:ext cx="2332745" cy="609370"/>
          </a:xfrm>
          <a:prstGeom prst="rect">
            <a:avLst/>
          </a:prstGeom>
          <a:noFill/>
        </p:spPr>
        <p:txBody>
          <a:bodyPr wrap="none" lIns="0" rIns="0" tIns="0" bIns="0" anchor="ctr">
            <a:spAutoFit/>
          </a:bodyPr>
          <a:lstStyle/>
          <a:p>
            <a:pPr algn="ctr" rtl="1">
              <a:lnSpc>
                <a:spcPct val="100000"/>
              </a:lnSpc>
              <a:defRPr sz="5098" b="1" lang="he-IL">
                <a:solidFill>
                  <a:srgbClr val="000000"/>
                </a:solidFill>
                <a:latin typeface="FrankRuehl"/>
                <a:cs typeface="FrankRuehl"/>
              </a:defRPr>
            </a:pPr>
            <a:r>
              <a:rPr sz="5098" b="1" lang="he-IL">
                <a:solidFill>
                  <a:srgbClr val="000000"/>
                </a:solidFill>
                <a:latin typeface="FrankRuehl"/>
                <a:cs typeface="FrankRuehl"/>
              </a:rPr>
              <a:t>20:30</a:t>
            </a:r>
            <a:endParaRPr sz="5098" b="1" lang="he-IL">
              <a:solidFill>
                <a:srgbClr val="000000"/>
              </a:solidFill>
              <a:latin typeface="FrankRuehl"/>
              <a:cs typeface="FrankRuehl"/>
            </a:endParaRPr>
          </a:p>
        </p:txBody>
      </p:sp>
      <p:sp>
        <p:nvSpPr>
          <p:cNvPr id="70" name="בית הכנסת"/>
          <p:cNvSpPr txBox="1"/>
          <p:nvPr/>
        </p:nvSpPr>
        <p:spPr>
          <a:xfrm>
            <a:off x="1066398" y="5608111"/>
            <a:ext cx="5427204" cy="447506"/>
          </a:xfrm>
          <a:prstGeom prst="rect">
            <a:avLst/>
          </a:prstGeom>
          <a:noFill/>
        </p:spPr>
        <p:txBody>
          <a:bodyPr wrap="none" lIns="0" rIns="0" tIns="0" bIns="0" anchor="ctr">
            <a:spAutoFit/>
          </a:bodyPr>
          <a:lstStyle/>
          <a:p>
            <a:pPr algn="ctr" rtl="1">
              <a:lnSpc>
                <a:spcPct val="100000"/>
              </a:lnSpc>
              <a:defRPr sz="2624" b="0" lang="he-IL">
                <a:solidFill>
                  <a:srgbClr val="000000"/>
                </a:solidFill>
                <a:latin typeface="Arial"/>
                <a:cs typeface="Arial"/>
              </a:defRPr>
            </a:pPr>
            <a:r>
              <a:rPr sz="2624" b="0" lang="he-IL">
                <a:solidFill>
                  <a:srgbClr val="000000"/>
                </a:solidFill>
                <a:latin typeface="Arial"/>
                <a:cs typeface="Arial"/>
              </a:rPr>
              <a:t>בית הכנסת</a:t>
            </a:r>
            <a:endParaRPr sz="2624" b="0" lang="he-IL">
              <a:solidFill>
                <a:srgbClr val="000000"/>
              </a:solidFill>
              <a:latin typeface="Arial"/>
              <a:cs typeface="Arial"/>
            </a:endParaRPr>
          </a:p>
        </p:txBody>
      </p:sp>
      <p:sp>
        <p:nvSpPr>
          <p:cNvPr id="71" name="אוצרות חיים"/>
          <p:cNvSpPr txBox="1"/>
          <p:nvPr/>
        </p:nvSpPr>
        <p:spPr>
          <a:xfrm>
            <a:off x="904534" y="6093702"/>
            <a:ext cx="5750931" cy="837884"/>
          </a:xfrm>
          <a:prstGeom prst="rect">
            <a:avLst/>
          </a:prstGeom>
          <a:noFill/>
        </p:spPr>
        <p:txBody>
          <a:bodyPr wrap="none" lIns="0" rIns="0" tIns="0" bIns="0" anchor="ctr">
            <a:spAutoFit/>
          </a:bodyPr>
          <a:lstStyle/>
          <a:p>
            <a:pPr algn="ctr" rtl="1">
              <a:lnSpc>
                <a:spcPct val="100000"/>
              </a:lnSpc>
              <a:defRPr sz="5322" b="1" lang="he-IL">
                <a:solidFill>
                  <a:srgbClr val="000000"/>
                </a:solidFill>
                <a:latin typeface="FrankRuehl"/>
                <a:cs typeface="FrankRuehl"/>
              </a:defRPr>
            </a:pPr>
            <a:r>
              <a:rPr sz="5322" b="1" lang="he-IL">
                <a:solidFill>
                  <a:srgbClr val="000000"/>
                </a:solidFill>
                <a:latin typeface="FrankRuehl"/>
                <a:cs typeface="FrankRuehl"/>
              </a:rPr>
              <a:t>אוצרות חיים</a:t>
            </a:r>
            <a:endParaRPr sz="5322" b="1" lang="he-IL">
              <a:solidFill>
                <a:srgbClr val="000000"/>
              </a:solidFill>
              <a:latin typeface="FrankRuehl"/>
              <a:cs typeface="FrankRuehl"/>
            </a:endParaRPr>
          </a:p>
        </p:txBody>
      </p:sp>
      <p:sp>
        <p:nvSpPr>
          <p:cNvPr id="72" name="רבי יהודה הנשיא 20, פתח תקווה"/>
          <p:cNvSpPr txBox="1"/>
          <p:nvPr/>
        </p:nvSpPr>
        <p:spPr>
          <a:xfrm>
            <a:off x="809320" y="6922065"/>
            <a:ext cx="5941360"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רבי יהודה הנשיא 20, פתח תקווה</a:t>
            </a:r>
            <a:endParaRPr sz="2549" b="0" lang="he-IL">
              <a:solidFill>
                <a:srgbClr val="000000"/>
              </a:solidFill>
              <a:latin typeface="Arial"/>
              <a:cs typeface="Arial"/>
            </a:endParaRPr>
          </a:p>
        </p:txBody>
      </p:sp>
      <p:sp>
        <p:nvSpPr>
          <p:cNvPr id="73" name="דברי תורה"/>
          <p:cNvSpPr txBox="1"/>
          <p:nvPr/>
        </p:nvSpPr>
        <p:spPr>
          <a:xfrm>
            <a:off x="1447254" y="7760447"/>
            <a:ext cx="4665492"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דברי תורה</a:t>
            </a:r>
            <a:endParaRPr sz="2549" b="0" lang="he-IL">
              <a:solidFill>
                <a:srgbClr val="000000"/>
              </a:solidFill>
              <a:latin typeface="Arial"/>
              <a:cs typeface="Arial"/>
            </a:endParaRPr>
          </a:p>
        </p:txBody>
      </p:sp>
      <p:sp>
        <p:nvSpPr>
          <p:cNvPr id="74" name="rabbi"/>
          <p:cNvSpPr txBox="1"/>
          <p:nvPr/>
        </p:nvSpPr>
        <p:spPr>
          <a:xfrm>
            <a:off x="1161612" y="8179389"/>
            <a:ext cx="5236776" cy="714106"/>
          </a:xfrm>
          <a:prstGeom prst="rect">
            <a:avLst/>
          </a:prstGeom>
          <a:noFill/>
        </p:spPr>
        <p:txBody>
          <a:bodyPr wrap="none" lIns="0" rIns="0" tIns="0" bIns="0" anchor="ctr">
            <a:spAutoFit/>
          </a:bodyPr>
          <a:lstStyle/>
          <a:p>
            <a:pPr algn="ctr" rtl="1">
              <a:lnSpc>
                <a:spcPct val="100000"/>
              </a:lnSpc>
              <a:defRPr sz="4798" b="1" lang="he-IL">
                <a:solidFill>
                  <a:srgbClr val="000000"/>
                </a:solidFill>
                <a:latin typeface="FrankRuehl"/>
                <a:cs typeface="FrankRuehl"/>
              </a:defRPr>
            </a:pPr>
            <a:r>
              <a:rPr sz="4798" b="1" lang="he-IL">
                <a:solidFill>
                  <a:srgbClr val="000000"/>
                </a:solidFill>
                <a:latin typeface="FrankRuehl"/>
                <a:cs typeface="FrankRuehl"/>
              </a:rPr>
              <a:t>שם הרב</a:t>
            </a:r>
            <a:endParaRPr sz="4798" b="1" lang="he-IL">
              <a:solidFill>
                <a:srgbClr val="000000"/>
              </a:solidFill>
              <a:latin typeface="FrankRuehl"/>
              <a:cs typeface="FrankRuehl"/>
            </a:endParaRPr>
          </a:p>
        </p:txBody>
      </p:sp>
      <p:sp>
        <p:nvSpPr>
          <p:cNvPr id="75" name="עם פייטנים וחזנים"/>
          <p:cNvSpPr txBox="1"/>
          <p:nvPr/>
        </p:nvSpPr>
        <p:spPr>
          <a:xfrm>
            <a:off x="1466556" y="8796788"/>
            <a:ext cx="4665492" cy="552242"/>
          </a:xfrm>
          <a:prstGeom prst="rect">
            <a:avLst/>
          </a:prstGeom>
          <a:noFill/>
        </p:spPr>
        <p:txBody>
          <a:bodyPr wrap="none" lIns="0" rIns="0" tIns="0" bIns="0" anchor="ctr">
            <a:spAutoFit/>
          </a:bodyPr>
          <a:lstStyle/>
          <a:p>
            <a:pPr algn="ctr" rtl="1">
              <a:lnSpc>
                <a:spcPct val="100000"/>
              </a:lnSpc>
              <a:defRPr sz="2998" b="0" lang="he-IL">
                <a:solidFill>
                  <a:srgbClr val="000000"/>
                </a:solidFill>
                <a:latin typeface="Arial"/>
                <a:cs typeface="Arial"/>
              </a:defRPr>
            </a:pPr>
            <a:r>
              <a:rPr sz="2998" b="0" lang="he-IL">
                <a:solidFill>
                  <a:srgbClr val="000000"/>
                </a:solidFill>
                <a:latin typeface="Arial"/>
                <a:cs typeface="Arial"/>
              </a:rPr>
              <a:t>עם פייטנים וחזנים</a:t>
            </a:r>
            <a:endParaRPr sz="2998" b="0" lang="he-IL">
              <a:solidFill>
                <a:srgbClr val="000000"/>
              </a:solidFill>
              <a:latin typeface="Arial"/>
              <a:cs typeface="Arial"/>
            </a:endParaRPr>
          </a:p>
        </p:txBody>
      </p:sp>
      <p:sp>
        <p:nvSpPr>
          <p:cNvPr id="76" name="כיבוד קל"/>
          <p:cNvSpPr txBox="1"/>
          <p:nvPr/>
        </p:nvSpPr>
        <p:spPr>
          <a:xfrm>
            <a:off x="1447254" y="9407154"/>
            <a:ext cx="4665491"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כיבוד קל</a:t>
            </a:r>
            <a:endParaRPr sz="2549" b="0" lang="he-IL">
              <a:solidFill>
                <a:srgbClr val="000000"/>
              </a:solidFill>
              <a:latin typeface="Arial"/>
              <a:cs typeface="Arial"/>
            </a:endParaRPr>
          </a:p>
        </p:txBody>
      </p:sp>
      <p:pic>
        <p:nvPicPr>
          <p:cNvPr id="77" name="Picture 76" descr="whatsapp-qr.png"/>
          <p:cNvPicPr>
            <a:picLocks noChangeAspect="1"/>
          </p:cNvPicPr>
          <p:nvPr/>
        </p:nvPicPr>
        <p:blipFill>
          <a:blip r:embed="rId3"/>
          <a:stretch>
            <a:fillRect/>
          </a:stretch>
        </p:blipFill>
        <p:spPr>
          <a:xfrm>
            <a:off x="1504382" y="9273853"/>
            <a:ext cx="837884" cy="837884"/>
          </a:xfrm>
          <a:prstGeom prst="rect">
            <a:avLst/>
          </a:prstGeom>
        </p:spPr>
      </p:pic>
      <p:sp>
        <p:nvSpPr>
          <p:cNvPr id="78" name="וואטסאפ לעדכונים"/>
          <p:cNvSpPr txBox="1"/>
          <p:nvPr/>
        </p:nvSpPr>
        <p:spPr>
          <a:xfrm>
            <a:off x="1304433" y="10168866"/>
            <a:ext cx="1237783" cy="228513"/>
          </a:xfrm>
          <a:prstGeom prst="rect">
            <a:avLst/>
          </a:prstGeom>
          <a:noFill/>
        </p:spPr>
        <p:txBody>
          <a:bodyPr wrap="none" lIns="0" rIns="0" tIns="0" bIns="0" anchor="ctr">
            <a:spAutoFit/>
          </a:bodyPr>
          <a:lstStyle/>
          <a:p>
            <a:pPr algn="ctr" rtl="1">
              <a:lnSpc>
                <a:spcPct val="100000"/>
              </a:lnSpc>
              <a:defRPr sz="899" b="0" lang="he-IL">
                <a:solidFill>
                  <a:srgbClr val="000000"/>
                </a:solidFill>
                <a:latin typeface="Arial"/>
                <a:cs typeface="Arial"/>
              </a:defRPr>
            </a:pPr>
            <a:r>
              <a:rPr sz="899" b="0" lang="he-IL">
                <a:solidFill>
                  <a:srgbClr val="000000"/>
                </a:solidFill>
                <a:latin typeface="Arial"/>
                <a:cs typeface="Arial"/>
              </a:rPr>
              <a:t>וואטסאפ לעדכונים</a:t>
            </a:r>
            <a:endParaRPr sz="899" b="0" lang="he-IL">
              <a:solidFill>
                <a:srgbClr val="000000"/>
              </a:solidFill>
              <a:latin typeface="Arial"/>
              <a:cs typeface="Arial"/>
            </a:endParaRPr>
          </a:p>
        </p:txBody>
      </p:sp>
      <p:sp>
        <p:nvSpPr>
          <p:cNvPr id="79" name="לעילוי נשמת מנחם יעקב בן מונירה ז״ל • ארי ציון בן שמחה ז״ל"/>
          <p:cNvSpPr txBox="1"/>
          <p:nvPr/>
        </p:nvSpPr>
        <p:spPr>
          <a:xfrm>
            <a:off x="418942" y="10454508"/>
            <a:ext cx="6722115" cy="161863"/>
          </a:xfrm>
          <a:prstGeom prst="rect">
            <a:avLst/>
          </a:prstGeom>
          <a:noFill/>
        </p:spPr>
        <p:txBody>
          <a:bodyPr wrap="none" lIns="0" rIns="0" tIns="0" bIns="0" anchor="ctr">
            <a:spAutoFit/>
          </a:bodyPr>
          <a:lstStyle/>
          <a:p>
            <a:pPr algn="ctr" rtl="1">
              <a:lnSpc>
                <a:spcPct val="100000"/>
              </a:lnSpc>
              <a:defRPr sz="749" b="0" lang="he-IL">
                <a:solidFill>
                  <a:srgbClr val="000000"/>
                </a:solidFill>
                <a:latin typeface="Arial"/>
                <a:cs typeface="Arial"/>
              </a:defRPr>
            </a:pPr>
            <a:r>
              <a:rPr sz="749" b="0" lang="he-IL">
                <a:solidFill>
                  <a:srgbClr val="000000"/>
                </a:solidFill>
                <a:latin typeface="Arial"/>
                <a:cs typeface="Arial"/>
              </a:rPr>
              <a:t>לעילוי נשמת מנחם יעקב בן מונירה ז״ל • ארי ציון בן שמחה ז״ל</a:t>
            </a:r>
            <a:endParaRPr sz="749" b="0" lang="he-IL">
              <a:solidFill>
                <a:srgbClr val="000000"/>
              </a:solidFill>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