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תבנית שבועית: רק שם הפרשה ושם הרב ניתנים לעריכה. כל שאר הפרטים והעיצוב קבועים בתמונת הרקע.</a:t>
            </a:r>
          </a:p>
          <a:p/>
          <a:p>
            <a:r>
              <a:t>Photograph: Oud - MIM PHX</a:t>
            </a:r>
          </a:p>
          <a:p>
            <a:r>
              <a:t>Photographer: Frank Kovalchek</a:t>
            </a:r>
          </a:p>
          <a:p>
            <a:r>
              <a:t>Source: https://commons.wikimedia.org/wiki/File:Oud_-_MIM_PHX.jpg</a:t>
            </a:r>
          </a:p>
          <a:p>
            <a:r>
              <a:t>Original source: https://www.flickr.com/photos/72213316@N00/14351824475/</a:t>
            </a:r>
          </a:p>
          <a:p>
            <a:r>
              <a:t>License: Creative Commons Attribution 2.0</a:t>
            </a:r>
          </a:p>
          <a:p>
            <a:r>
              <a:t>License URL: https://creativecommons.org/licenses/by/2.0/</a:t>
            </a:r>
          </a:p>
          <a:p/>
          <a:p>
            <a:r>
              <a:t>Changes: background removed, cropped, resized, and optionally converted to</a:t>
            </a:r>
          </a:p>
          <a:p>
            <a:r>
              <a:t>grayscale. The photograph is used as a separately attributed visual element.</a:t>
            </a:r>
          </a:p>
          <a:p>
            <a:r>
              <a:t>The photograph's license does not imply endorsement by the photographer.</a:t>
            </a:r>
          </a:p>
          <a:p/>
          <a:p>
            <a:r>
              <a:t>Attribution is included in the editable presentation's notes and HTML editor,</a:t>
            </a:r>
          </a:p>
          <a:p>
            <a:r>
              <a:t>outside the poster artwork. When sharing a standalone image or PDF, include</a:t>
            </a:r>
          </a:p>
          <a:p>
            <a:r>
              <a:t>the following credit in its accompanying message or caption:</a:t>
            </a:r>
          </a:p>
          <a:p/>
          <a:p>
            <a:r>
              <a:t>"Oud - MIM PHX" photograph by Frank Kovalchek, CC BY 2.0.</a:t>
            </a:r>
          </a:p>
          <a:p>
            <a:r>
              <a:t>https://commons.wikimedia.org/wiki/File:Oud_-_MIM_PHX.jpg</a:t>
            </a:r>
          </a:p>
          <a:p>
            <a:r>
              <a:t>https://creativecommons.org/licenses/by/2.0/</a:t>
            </a:r>
          </a:p>
          <a:p>
            <a:r>
              <a:t>Modified: background removed, resized, and grayscale for print.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kashot-A4-weekly.png"/>
          <p:cNvPicPr>
            <a:picLocks noChangeAspect="1" noSel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parashah"/>
          <p:cNvSpPr txBox="1"/>
          <p:nvPr/>
        </p:nvSpPr>
        <p:spPr>
          <a:xfrm>
            <a:off x="3979949" y="4713098"/>
            <a:ext cx="2332745" cy="609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3673" b="1" lang="he-IL">
                <a:solidFill>
                  <a:srgbClr val="162E39"/>
                </a:solidFill>
                <a:latin typeface="Frank Ruhl Libre"/>
                <a:cs typeface="Frank Ruhl Libre"/>
              </a:rPr>
              <a:t/>
            </a:r>
          </a:p>
        </p:txBody>
      </p:sp>
      <p:sp>
        <p:nvSpPr>
          <p:cNvPr id="4" name="rabbi"/>
          <p:cNvSpPr txBox="1"/>
          <p:nvPr/>
        </p:nvSpPr>
        <p:spPr>
          <a:xfrm>
            <a:off x="1447254" y="8178891"/>
            <a:ext cx="4665491" cy="5522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3223" b="1" lang="he-IL">
                <a:solidFill>
                  <a:srgbClr val="FBF6ED"/>
                </a:solidFill>
                <a:latin typeface="Frank Ruhl Libre"/>
                <a:cs typeface="Frank Ruhl Libre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